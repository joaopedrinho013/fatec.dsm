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Futura 1 Bold" charset="1" panose="020B0702020204020203"/>
      <p:regular r:id="rId16"/>
    </p:embeddedFont>
    <p:embeddedFont>
      <p:font typeface="Varela Round" charset="1" panose="00000500000000000000"/>
      <p:regular r:id="rId17"/>
    </p:embeddedFont>
    <p:embeddedFont>
      <p:font typeface="Futura 2 Bold" charset="1" panose="020B07020202040202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27384" y="2529589"/>
            <a:ext cx="11633233" cy="3196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06"/>
              </a:lnSpc>
            </a:pPr>
            <a:r>
              <a:rPr lang="en-US" b="true" sz="12479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CONTROLE DE GASTOS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08744" y="7030720"/>
            <a:ext cx="9047222" cy="1894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99"/>
              </a:lnSpc>
            </a:pPr>
            <a:r>
              <a:rPr lang="en-US" sz="36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 </a:t>
            </a:r>
          </a:p>
          <a:p>
            <a:pPr algn="ctr">
              <a:lnSpc>
                <a:spcPts val="3699"/>
              </a:lnSpc>
            </a:pPr>
            <a:r>
              <a:rPr lang="en-US" sz="36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Gestão Ágil - Profª Andrea Garcia</a:t>
            </a:r>
          </a:p>
          <a:p>
            <a:pPr algn="ctr">
              <a:lnSpc>
                <a:spcPts val="3699"/>
              </a:lnSpc>
            </a:pPr>
          </a:p>
          <a:p>
            <a:pPr algn="ctr">
              <a:lnSpc>
                <a:spcPts val="3699"/>
              </a:lnSpc>
            </a:pPr>
            <a:r>
              <a:rPr lang="en-US" sz="36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Fatec Praia Grande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547384" y="586273"/>
            <a:ext cx="5193233" cy="449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b="true" sz="3200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EQUIPE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82426" y="6248886"/>
            <a:ext cx="5612602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Caio Edimar Santos Silva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769394" y="3915637"/>
            <a:ext cx="4224159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Carlos Eduardo Correia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39703" y="3962400"/>
            <a:ext cx="4224159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Geovanny Ferreira Elias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77394" y="6248886"/>
            <a:ext cx="5895956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João Pedro da Silva de Oliveira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031920" y="3915637"/>
            <a:ext cx="4224159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Nicolly Meireles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566920" y="586273"/>
            <a:ext cx="3154160" cy="449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b="true" sz="3200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O PROBLEMA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06512" y="4361445"/>
            <a:ext cx="10603706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Sem controle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Quem pagou quanto esse mês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819495" y="4410801"/>
            <a:ext cx="920330" cy="86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6"/>
              </a:lnSpc>
            </a:pPr>
            <a:r>
              <a:rPr lang="en-US" b="true" sz="6096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1.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06512" y="5660936"/>
            <a:ext cx="10603706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Conta manual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Planilha ou papel todo mês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819495" y="5891621"/>
            <a:ext cx="920330" cy="86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6"/>
              </a:lnSpc>
            </a:pPr>
            <a:r>
              <a:rPr lang="en-US" b="true" sz="6096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2.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906512" y="7141756"/>
            <a:ext cx="10603706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Gasolina</a:t>
            </a:r>
          </a:p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Como dividir ajudas externas?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819495" y="7372440"/>
            <a:ext cx="920330" cy="86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6"/>
              </a:lnSpc>
            </a:pPr>
            <a:r>
              <a:rPr lang="en-US" b="true" sz="6096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3.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253242" y="2058789"/>
            <a:ext cx="9781517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DIVIDIR GASTOS DE FACULDADE É TRABALHOSO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795217" y="586273"/>
            <a:ext cx="4697566" cy="449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b="true" sz="3200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A SOLUÇÃO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30377" y="2058789"/>
            <a:ext cx="12603956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UM APP SIMPLES, OFFLINE E QUE RODA NO NAVEGADOR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90711" y="5203705"/>
            <a:ext cx="6822338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Marque os dias de aula com um clique.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Fins de semana bloqueados automaticamente.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65343" y="4656335"/>
            <a:ext cx="5908007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PAGAMENTOS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65343" y="5204160"/>
            <a:ext cx="5908007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Passageiro paga manualmente.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Motorista é auto-pago.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Histórico completo por mês.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16926" y="7342840"/>
            <a:ext cx="9030860" cy="604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true">
                <a:solidFill>
                  <a:srgbClr val="034697"/>
                </a:solidFill>
                <a:latin typeface="Futura 2 Bold"/>
                <a:ea typeface="Futura 2 Bold"/>
                <a:cs typeface="Futura 2 Bold"/>
                <a:sym typeface="Futura 2 Bold"/>
              </a:rPr>
              <a:t>AJUDA DE GASOLINA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16926" y="7890210"/>
            <a:ext cx="9030860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Divide ajudas 50/50.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Crédito acumula sem apagar pagamentos já feitos.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190711" y="4811476"/>
            <a:ext cx="6711381" cy="449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b="true" sz="3200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CALENDÁRIO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409142" y="586273"/>
            <a:ext cx="3469715" cy="449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b="true" sz="3200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COMO FUNCIONA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213306" y="3242286"/>
            <a:ext cx="5930694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Digite o valor por pessoa por dia.</a:t>
            </a:r>
          </a:p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O total do dia aparece automaticamente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13306" y="2849602"/>
            <a:ext cx="5930694" cy="449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b="true" sz="3200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CONFIGURE O VALOR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793664" y="2821027"/>
            <a:ext cx="5870198" cy="1397889"/>
            <a:chOff x="0" y="0"/>
            <a:chExt cx="7826931" cy="1863852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580728"/>
              <a:ext cx="7826931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Clique nos dias úteis do calendário em que foi à faculdade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28575"/>
              <a:ext cx="7826931" cy="60930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7"/>
                </a:lnSpc>
              </a:pPr>
              <a:r>
                <a:rPr lang="en-US" b="true" sz="3199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MARQUE OS DIAS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186882" y="6267222"/>
            <a:ext cx="5957118" cy="1783969"/>
            <a:chOff x="0" y="0"/>
            <a:chExt cx="7942824" cy="2378625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580729"/>
              <a:ext cx="7942824" cy="17978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Passageiro informa o que pagou.</a:t>
              </a:r>
            </a:p>
            <a:p>
              <a:pPr algn="ctr">
                <a:lnSpc>
                  <a:spcPts val="3640"/>
                </a:lnSpc>
              </a:pPr>
              <a:r>
                <a:rPr lang="en-US" sz="26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Motorista é marcado como pago automaticamente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28575"/>
              <a:ext cx="7942824" cy="609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8"/>
                </a:lnSpc>
              </a:pPr>
              <a:r>
                <a:rPr lang="en-US" b="true" sz="3200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REGISTRE PAGAMENTOS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793664" y="6267222"/>
            <a:ext cx="5870198" cy="1409431"/>
            <a:chOff x="0" y="0"/>
            <a:chExt cx="7826931" cy="1879241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596118"/>
              <a:ext cx="7826931" cy="128312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Veja pendências por mês e totais anuais consolidados.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28575"/>
              <a:ext cx="7826931" cy="609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8"/>
                </a:lnSpc>
              </a:pPr>
              <a:r>
                <a:rPr lang="en-US" b="true" sz="3200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ACOMPANHE O RESUMO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0" y="8951016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215548" y="586273"/>
            <a:ext cx="3856903" cy="449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7"/>
              </a:lnSpc>
            </a:pPr>
            <a:r>
              <a:rPr lang="en-US" b="true" sz="3199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LÓGICA FINANCEIRA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3233557" y="3790748"/>
            <a:ext cx="5271125" cy="4996248"/>
            <a:chOff x="0" y="0"/>
            <a:chExt cx="7028166" cy="666166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340215"/>
              <a:ext cx="7028166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VALOR_DIA X 1 PESSOA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9050"/>
              <a:ext cx="5423562" cy="378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9"/>
                </a:lnSpc>
              </a:pPr>
              <a:r>
                <a:rPr lang="en-US" sz="1999" b="true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COTA POR DIA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2239161"/>
              <a:ext cx="6742415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VALOR_DIA X 2 PESSOA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1783554"/>
              <a:ext cx="5423562" cy="378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9"/>
                </a:lnSpc>
              </a:pPr>
              <a:r>
                <a:rPr lang="en-US" sz="1999" b="true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TOTAL POR DIA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4201674"/>
              <a:ext cx="6522606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DIAS X VALOR_DIA X 2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3792055"/>
              <a:ext cx="5423562" cy="378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9"/>
                </a:lnSpc>
              </a:pPr>
              <a:r>
                <a:rPr lang="en-US" sz="1999" b="true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TOTAL DO MÊS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5963587"/>
              <a:ext cx="6889611" cy="698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MAX(0, DEVIDO - PAGO)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5642701"/>
              <a:ext cx="5658682" cy="378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779"/>
                </a:lnSpc>
              </a:pPr>
              <a:r>
                <a:rPr lang="en-US" sz="1999" b="true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PENDENTE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0" y="3814762"/>
            <a:ext cx="8418181" cy="1042670"/>
            <a:chOff x="0" y="0"/>
            <a:chExt cx="11224242" cy="1390227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1449356" y="-57150"/>
              <a:ext cx="9774885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Ajuda da gasolina nunca altera pagamentos registrados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57150"/>
              <a:ext cx="1227106" cy="117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26"/>
                </a:lnSpc>
              </a:pPr>
              <a:r>
                <a:rPr lang="en-US" b="true" sz="6096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1.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0" y="5779544"/>
            <a:ext cx="11690723" cy="1042670"/>
            <a:chOff x="0" y="0"/>
            <a:chExt cx="15587631" cy="1390227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1449356" y="-57150"/>
              <a:ext cx="14138275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Motorista é auto-pago sempre</a:t>
              </a:r>
            </a:p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que dia é marcado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57150"/>
              <a:ext cx="1227106" cy="117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26"/>
                </a:lnSpc>
              </a:pPr>
              <a:r>
                <a:rPr lang="en-US" b="true" sz="6096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2.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4000" y="7744326"/>
            <a:ext cx="11690723" cy="1042670"/>
            <a:chOff x="0" y="0"/>
            <a:chExt cx="15587631" cy="1390227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1449356" y="-57150"/>
              <a:ext cx="14138275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Créditos acumulam mesmo se </a:t>
              </a:r>
            </a:p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o mês já está pago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57150"/>
              <a:ext cx="1227106" cy="117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26"/>
                </a:lnSpc>
              </a:pPr>
              <a:r>
                <a:rPr lang="en-US" b="true" sz="6096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3.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2842022" y="2233612"/>
            <a:ext cx="1260395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REGRAS CLARAS, SEM SURPRESAS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857231" y="586273"/>
            <a:ext cx="2573539" cy="449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b="true" sz="3200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TECNOLOGIA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42022" y="2224087"/>
            <a:ext cx="12603956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5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ZERO DEPENDÊNCIAS, 100% OFFLINE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5400000">
            <a:off x="7616463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1" y="0"/>
                </a:lnTo>
                <a:lnTo>
                  <a:pt x="2813201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3376572" y="3852167"/>
            <a:ext cx="18268219" cy="4794971"/>
            <a:chOff x="0" y="0"/>
            <a:chExt cx="24357626" cy="6393294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449356" y="-57150"/>
              <a:ext cx="14138275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index.html</a:t>
              </a:r>
            </a:p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Estrutura HTML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7150"/>
              <a:ext cx="1227106" cy="117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26"/>
                </a:lnSpc>
              </a:pPr>
              <a:r>
                <a:rPr lang="en-US" b="true" sz="6096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1.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449356" y="1454264"/>
              <a:ext cx="14138275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styles.css</a:t>
              </a:r>
            </a:p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Design macOs Dark Mode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568564"/>
              <a:ext cx="1227106" cy="117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26"/>
                </a:lnSpc>
              </a:pPr>
              <a:r>
                <a:rPr lang="en-US" b="true" sz="6096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2.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449356" y="3123891"/>
              <a:ext cx="14138275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storage.js</a:t>
              </a:r>
            </a:p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localStorage + Cáculos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3238191"/>
              <a:ext cx="1227106" cy="117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26"/>
                </a:lnSpc>
              </a:pPr>
              <a:r>
                <a:rPr lang="en-US" b="true" sz="6096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3.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10219351" y="-57150"/>
              <a:ext cx="14138275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calendar.js</a:t>
              </a:r>
            </a:p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Calendário inteativo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8769995" y="57150"/>
              <a:ext cx="1227106" cy="117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26"/>
                </a:lnSpc>
              </a:pPr>
              <a:r>
                <a:rPr lang="en-US" b="true" sz="6096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4.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0219351" y="1454264"/>
              <a:ext cx="14138275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payments.js</a:t>
              </a:r>
            </a:p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Pagamentos e histórico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8769995" y="1568564"/>
              <a:ext cx="1227106" cy="117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26"/>
                </a:lnSpc>
              </a:pPr>
              <a:r>
                <a:rPr lang="en-US" b="true" sz="6096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5.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10219351" y="3123891"/>
              <a:ext cx="14138275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anual.js</a:t>
              </a:r>
            </a:p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Resumo anual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8769995" y="3238191"/>
              <a:ext cx="1227106" cy="117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26"/>
                </a:lnSpc>
              </a:pPr>
              <a:r>
                <a:rPr lang="en-US" b="true" sz="6096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6.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6440144" y="4945918"/>
              <a:ext cx="14138275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calendar.js</a:t>
              </a:r>
            </a:p>
            <a:p>
              <a:pPr algn="l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Calendário interativo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990788" y="5060218"/>
              <a:ext cx="1227106" cy="117789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426"/>
                </a:lnSpc>
              </a:pPr>
              <a:r>
                <a:rPr lang="en-US" b="true" sz="6096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7.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696520" y="586273"/>
            <a:ext cx="2894960" cy="449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8"/>
              </a:lnSpc>
            </a:pPr>
            <a:r>
              <a:rPr lang="en-US" b="true" sz="3200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DEPLOY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42022" y="2233612"/>
            <a:ext cx="12603956" cy="76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</a:pPr>
            <a:r>
              <a:rPr lang="en-US" sz="4499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NO AR EM 3 PASSOS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298638" y="4135936"/>
            <a:ext cx="11690723" cy="4004310"/>
            <a:chOff x="0" y="0"/>
            <a:chExt cx="15587631" cy="5339080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1449356" y="-57150"/>
              <a:ext cx="14138275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Crie um repositório no GitHub</a:t>
              </a:r>
            </a:p>
            <a:p>
              <a:pPr algn="just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Suba os 8 arquivos na raiz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57150"/>
              <a:ext cx="1227106" cy="11772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426"/>
                </a:lnSpc>
              </a:pPr>
              <a:r>
                <a:rPr lang="en-US" b="true" sz="6096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1.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449356" y="1917277"/>
              <a:ext cx="14138275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Ative o Github Pages</a:t>
              </a:r>
            </a:p>
            <a:p>
              <a:pPr algn="just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Settings-&gt;Pages-&gt;Branch: main-&gt;/(root)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2031577"/>
              <a:ext cx="1227106" cy="11772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426"/>
                </a:lnSpc>
              </a:pPr>
              <a:r>
                <a:rPr lang="en-US" b="true" sz="6096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2.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449356" y="3891703"/>
              <a:ext cx="14138275" cy="14473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Acesse pelo link</a:t>
              </a:r>
            </a:p>
            <a:p>
              <a:pPr algn="just">
                <a:lnSpc>
                  <a:spcPts val="4480"/>
                </a:lnSpc>
              </a:pPr>
              <a:r>
                <a:rPr lang="en-US" sz="3200">
                  <a:solidFill>
                    <a:srgbClr val="034697"/>
                  </a:solidFill>
                  <a:latin typeface="Varela Round"/>
                  <a:ea typeface="Varela Round"/>
                  <a:cs typeface="Varela Round"/>
                  <a:sym typeface="Varela Round"/>
                </a:rPr>
                <a:t>usuario.github.io/nome-do-repositorio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4006003"/>
              <a:ext cx="1227106" cy="117729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5426"/>
                </a:lnSpc>
              </a:pPr>
              <a:r>
                <a:rPr lang="en-US" b="true" sz="6096">
                  <a:solidFill>
                    <a:srgbClr val="034697"/>
                  </a:solidFill>
                  <a:latin typeface="Futura 1 Bold"/>
                  <a:ea typeface="Futura 1 Bold"/>
                  <a:cs typeface="Futura 1 Bold"/>
                  <a:sym typeface="Futura 1 Bold"/>
                </a:rPr>
                <a:t>3.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549989" y="586273"/>
            <a:ext cx="3188023" cy="449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47"/>
              </a:lnSpc>
            </a:pPr>
            <a:r>
              <a:rPr lang="en-US" b="true" sz="3199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CONCLUSÃO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842022" y="3958119"/>
            <a:ext cx="12603956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Um app simples, sem servidor, que funciona direto no navegador e mantém tudo no controle de graça, mantendo os dados salvos.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470495" y="6028840"/>
            <a:ext cx="920330" cy="86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6"/>
              </a:lnSpc>
            </a:pPr>
            <a:r>
              <a:rPr lang="en-US" b="true" sz="6096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32620" y="6028840"/>
            <a:ext cx="920330" cy="86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6"/>
              </a:lnSpc>
            </a:pPr>
            <a:r>
              <a:rPr lang="en-US" b="true" sz="6096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3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29449" y="6028840"/>
            <a:ext cx="920330" cy="869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26"/>
              </a:lnSpc>
            </a:pPr>
            <a:r>
              <a:rPr lang="en-US" b="true" sz="6096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626279" y="5672527"/>
            <a:ext cx="1151699" cy="1276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81"/>
              </a:lnSpc>
            </a:pPr>
            <a:r>
              <a:rPr lang="en-US" b="true" sz="8968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∞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445567" y="6892141"/>
            <a:ext cx="28234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Arquivos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81051" y="6892141"/>
            <a:ext cx="28234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Painéis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672619" y="6892141"/>
            <a:ext cx="28234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Dados Salvos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72554" y="6892141"/>
            <a:ext cx="2823467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34697"/>
                </a:solidFill>
                <a:latin typeface="Varela Round"/>
                <a:ea typeface="Varela Round"/>
                <a:cs typeface="Varela Round"/>
                <a:sym typeface="Varela Round"/>
              </a:rPr>
              <a:t>Servidores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true" rot="0">
            <a:off x="17259300" y="3611365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5646935"/>
                </a:moveTo>
                <a:lnTo>
                  <a:pt x="2813200" y="5646935"/>
                </a:lnTo>
                <a:lnTo>
                  <a:pt x="2813200" y="0"/>
                </a:lnTo>
                <a:lnTo>
                  <a:pt x="0" y="0"/>
                </a:lnTo>
                <a:lnTo>
                  <a:pt x="0" y="5646935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4257262" y="-3201368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1" y="5646935"/>
                </a:moveTo>
                <a:lnTo>
                  <a:pt x="0" y="5646935"/>
                </a:lnTo>
                <a:lnTo>
                  <a:pt x="0" y="0"/>
                </a:lnTo>
                <a:lnTo>
                  <a:pt x="2813201" y="0"/>
                </a:lnTo>
                <a:lnTo>
                  <a:pt x="2813201" y="564693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038967" y="7841433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0" y="0"/>
                </a:moveTo>
                <a:lnTo>
                  <a:pt x="2813200" y="0"/>
                </a:lnTo>
                <a:lnTo>
                  <a:pt x="2813200" y="5646935"/>
                </a:lnTo>
                <a:lnTo>
                  <a:pt x="0" y="5646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1784500" y="1028700"/>
            <a:ext cx="2813200" cy="5646935"/>
          </a:xfrm>
          <a:custGeom>
            <a:avLst/>
            <a:gdLst/>
            <a:ahLst/>
            <a:cxnLst/>
            <a:rect r="r" b="b" t="t" l="l"/>
            <a:pathLst>
              <a:path h="5646935" w="2813200">
                <a:moveTo>
                  <a:pt x="2813200" y="0"/>
                </a:moveTo>
                <a:lnTo>
                  <a:pt x="0" y="0"/>
                </a:lnTo>
                <a:lnTo>
                  <a:pt x="0" y="5646935"/>
                </a:lnTo>
                <a:lnTo>
                  <a:pt x="2813200" y="5646935"/>
                </a:lnTo>
                <a:lnTo>
                  <a:pt x="281320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926064" y="7429986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0"/>
                </a:moveTo>
                <a:lnTo>
                  <a:pt x="1954764" y="0"/>
                </a:lnTo>
                <a:lnTo>
                  <a:pt x="1954764" y="2437914"/>
                </a:lnTo>
                <a:lnTo>
                  <a:pt x="0" y="243791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7259300" y="557698"/>
            <a:ext cx="1954764" cy="2437914"/>
          </a:xfrm>
          <a:custGeom>
            <a:avLst/>
            <a:gdLst/>
            <a:ahLst/>
            <a:cxnLst/>
            <a:rect r="r" b="b" t="t" l="l"/>
            <a:pathLst>
              <a:path h="2437914" w="1954764">
                <a:moveTo>
                  <a:pt x="0" y="2437914"/>
                </a:moveTo>
                <a:lnTo>
                  <a:pt x="1954764" y="2437914"/>
                </a:lnTo>
                <a:lnTo>
                  <a:pt x="1954764" y="0"/>
                </a:lnTo>
                <a:lnTo>
                  <a:pt x="0" y="0"/>
                </a:lnTo>
                <a:lnTo>
                  <a:pt x="0" y="243791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373350" y="557698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0"/>
                </a:moveTo>
                <a:lnTo>
                  <a:pt x="1885950" y="0"/>
                </a:lnTo>
                <a:lnTo>
                  <a:pt x="1885950" y="942975"/>
                </a:lnTo>
                <a:lnTo>
                  <a:pt x="0" y="94297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0">
            <a:off x="883444" y="8924925"/>
            <a:ext cx="1885950" cy="942975"/>
          </a:xfrm>
          <a:custGeom>
            <a:avLst/>
            <a:gdLst/>
            <a:ahLst/>
            <a:cxnLst/>
            <a:rect r="r" b="b" t="t" l="l"/>
            <a:pathLst>
              <a:path h="942975" w="1885950">
                <a:moveTo>
                  <a:pt x="0" y="942975"/>
                </a:moveTo>
                <a:lnTo>
                  <a:pt x="1885950" y="942975"/>
                </a:lnTo>
                <a:lnTo>
                  <a:pt x="1885950" y="0"/>
                </a:lnTo>
                <a:lnTo>
                  <a:pt x="0" y="0"/>
                </a:lnTo>
                <a:lnTo>
                  <a:pt x="0" y="942975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327384" y="3607558"/>
            <a:ext cx="11633233" cy="3186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06"/>
              </a:lnSpc>
            </a:pPr>
            <a:r>
              <a:rPr lang="en-US" b="true" sz="12479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THANK</a:t>
            </a:r>
          </a:p>
          <a:p>
            <a:pPr algn="ctr">
              <a:lnSpc>
                <a:spcPts val="11106"/>
              </a:lnSpc>
            </a:pPr>
            <a:r>
              <a:rPr lang="en-US" b="true" sz="12479">
                <a:solidFill>
                  <a:srgbClr val="034697"/>
                </a:solidFill>
                <a:latin typeface="Futura 1 Bold"/>
                <a:ea typeface="Futura 1 Bold"/>
                <a:cs typeface="Futura 1 Bold"/>
                <a:sym typeface="Futura 1 Bold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DAHCqAGiUKo</dc:identifier>
  <dcterms:modified xsi:type="dcterms:W3CDTF">2011-08-01T06:04:30Z</dcterms:modified>
  <cp:revision>1</cp:revision>
  <dc:title>Our Team</dc:title>
</cp:coreProperties>
</file>