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Mochiy Pop One" charset="1" panose="00000000000000000000"/>
      <p:regular r:id="rId18"/>
    </p:embeddedFont>
    <p:embeddedFont>
      <p:font typeface="Tazugane Gothic" charset="1" panose="020B0603020203020204"/>
      <p:regular r:id="rId19"/>
    </p:embeddedFont>
    <p:embeddedFont>
      <p:font typeface="Tazugane Gothic Bold" charset="1" panose="020B0903020203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jpeg" Type="http://schemas.openxmlformats.org/officeDocument/2006/relationships/image"/><Relationship Id="rId11" Target="../media/image15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3.png" Type="http://schemas.openxmlformats.org/officeDocument/2006/relationships/image"/><Relationship Id="rId12" Target="../media/image17.png" Type="http://schemas.openxmlformats.org/officeDocument/2006/relationships/image"/><Relationship Id="rId13" Target="../media/image18.png" Type="http://schemas.openxmlformats.org/officeDocument/2006/relationships/image"/><Relationship Id="rId14" Target="../media/image19.svg" Type="http://schemas.openxmlformats.org/officeDocument/2006/relationships/image"/><Relationship Id="rId15" Target="../media/image20.png" Type="http://schemas.openxmlformats.org/officeDocument/2006/relationships/image"/><Relationship Id="rId16" Target="../media/image2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529203">
            <a:off x="-3087948" y="-940279"/>
            <a:ext cx="11710784" cy="11710784"/>
          </a:xfrm>
          <a:custGeom>
            <a:avLst/>
            <a:gdLst/>
            <a:ahLst/>
            <a:cxnLst/>
            <a:rect r="r" b="b" t="t" l="l"/>
            <a:pathLst>
              <a:path h="11710784" w="11710784">
                <a:moveTo>
                  <a:pt x="0" y="0"/>
                </a:moveTo>
                <a:lnTo>
                  <a:pt x="11710784" y="0"/>
                </a:lnTo>
                <a:lnTo>
                  <a:pt x="11710784" y="11710784"/>
                </a:lnTo>
                <a:lnTo>
                  <a:pt x="0" y="11710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529203">
            <a:off x="4561894" y="6022165"/>
            <a:ext cx="11710784" cy="11710784"/>
          </a:xfrm>
          <a:custGeom>
            <a:avLst/>
            <a:gdLst/>
            <a:ahLst/>
            <a:cxnLst/>
            <a:rect r="r" b="b" t="t" l="l"/>
            <a:pathLst>
              <a:path h="11710784" w="11710784">
                <a:moveTo>
                  <a:pt x="0" y="0"/>
                </a:moveTo>
                <a:lnTo>
                  <a:pt x="11710785" y="0"/>
                </a:lnTo>
                <a:lnTo>
                  <a:pt x="11710785" y="11710784"/>
                </a:lnTo>
                <a:lnTo>
                  <a:pt x="0" y="11710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529203">
            <a:off x="9281197" y="-4371089"/>
            <a:ext cx="11710784" cy="11710784"/>
          </a:xfrm>
          <a:custGeom>
            <a:avLst/>
            <a:gdLst/>
            <a:ahLst/>
            <a:cxnLst/>
            <a:rect r="r" b="b" t="t" l="l"/>
            <a:pathLst>
              <a:path h="11710784" w="11710784">
                <a:moveTo>
                  <a:pt x="0" y="0"/>
                </a:moveTo>
                <a:lnTo>
                  <a:pt x="11710785" y="0"/>
                </a:lnTo>
                <a:lnTo>
                  <a:pt x="11710785" y="11710785"/>
                </a:lnTo>
                <a:lnTo>
                  <a:pt x="0" y="117107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5474666" y="-503856"/>
            <a:ext cx="3037331" cy="3065111"/>
          </a:xfrm>
          <a:custGeom>
            <a:avLst/>
            <a:gdLst/>
            <a:ahLst/>
            <a:cxnLst/>
            <a:rect r="r" b="b" t="t" l="l"/>
            <a:pathLst>
              <a:path h="3065111" w="3037331">
                <a:moveTo>
                  <a:pt x="3037331" y="3065112"/>
                </a:moveTo>
                <a:lnTo>
                  <a:pt x="0" y="3065112"/>
                </a:lnTo>
                <a:lnTo>
                  <a:pt x="0" y="0"/>
                </a:lnTo>
                <a:lnTo>
                  <a:pt x="3037331" y="0"/>
                </a:lnTo>
                <a:lnTo>
                  <a:pt x="3037331" y="306511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4028822"/>
            <a:ext cx="2152342" cy="2229357"/>
          </a:xfrm>
          <a:custGeom>
            <a:avLst/>
            <a:gdLst/>
            <a:ahLst/>
            <a:cxnLst/>
            <a:rect r="r" b="b" t="t" l="l"/>
            <a:pathLst>
              <a:path h="2229357" w="2152342">
                <a:moveTo>
                  <a:pt x="0" y="0"/>
                </a:moveTo>
                <a:lnTo>
                  <a:pt x="2152342" y="0"/>
                </a:lnTo>
                <a:lnTo>
                  <a:pt x="2152342" y="2229356"/>
                </a:lnTo>
                <a:lnTo>
                  <a:pt x="0" y="22293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474666" y="8475267"/>
            <a:ext cx="2470778" cy="2559187"/>
          </a:xfrm>
          <a:custGeom>
            <a:avLst/>
            <a:gdLst/>
            <a:ahLst/>
            <a:cxnLst/>
            <a:rect r="r" b="b" t="t" l="l"/>
            <a:pathLst>
              <a:path h="2559187" w="2470778">
                <a:moveTo>
                  <a:pt x="0" y="0"/>
                </a:moveTo>
                <a:lnTo>
                  <a:pt x="2470779" y="0"/>
                </a:lnTo>
                <a:lnTo>
                  <a:pt x="2470779" y="2559187"/>
                </a:lnTo>
                <a:lnTo>
                  <a:pt x="0" y="25591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489965" y="7725744"/>
            <a:ext cx="3037331" cy="3065111"/>
          </a:xfrm>
          <a:custGeom>
            <a:avLst/>
            <a:gdLst/>
            <a:ahLst/>
            <a:cxnLst/>
            <a:rect r="r" b="b" t="t" l="l"/>
            <a:pathLst>
              <a:path h="3065111" w="3037331">
                <a:moveTo>
                  <a:pt x="0" y="0"/>
                </a:moveTo>
                <a:lnTo>
                  <a:pt x="3037330" y="0"/>
                </a:lnTo>
                <a:lnTo>
                  <a:pt x="3037330" y="3065112"/>
                </a:lnTo>
                <a:lnTo>
                  <a:pt x="0" y="30651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971251" y="-1553544"/>
            <a:ext cx="4518616" cy="4114800"/>
          </a:xfrm>
          <a:custGeom>
            <a:avLst/>
            <a:gdLst/>
            <a:ahLst/>
            <a:cxnLst/>
            <a:rect r="r" b="b" t="t" l="l"/>
            <a:pathLst>
              <a:path h="4114800" w="4518616">
                <a:moveTo>
                  <a:pt x="0" y="0"/>
                </a:moveTo>
                <a:lnTo>
                  <a:pt x="4518616" y="0"/>
                </a:lnTo>
                <a:lnTo>
                  <a:pt x="45186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617973" y="9470717"/>
            <a:ext cx="4518616" cy="4114800"/>
          </a:xfrm>
          <a:custGeom>
            <a:avLst/>
            <a:gdLst/>
            <a:ahLst/>
            <a:cxnLst/>
            <a:rect r="r" b="b" t="t" l="l"/>
            <a:pathLst>
              <a:path h="4114800" w="4518616">
                <a:moveTo>
                  <a:pt x="0" y="0"/>
                </a:moveTo>
                <a:lnTo>
                  <a:pt x="4518617" y="0"/>
                </a:lnTo>
                <a:lnTo>
                  <a:pt x="45186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-224989">
            <a:off x="2334203" y="508314"/>
            <a:ext cx="13630806" cy="5603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26"/>
              </a:lnSpc>
            </a:pPr>
            <a:r>
              <a:rPr lang="en-US" sz="19753">
                <a:solidFill>
                  <a:srgbClr val="5E9BC9"/>
                </a:solidFill>
                <a:latin typeface="Mochiy Pop One"/>
                <a:ea typeface="Mochiy Pop One"/>
                <a:cs typeface="Mochiy Pop One"/>
                <a:sym typeface="Mochiy Pop One"/>
              </a:rPr>
              <a:t>Bubble</a:t>
            </a:r>
          </a:p>
          <a:p>
            <a:pPr algn="ctr">
              <a:lnSpc>
                <a:spcPts val="21926"/>
              </a:lnSpc>
            </a:pPr>
            <a:r>
              <a:rPr lang="en-US" sz="19753">
                <a:solidFill>
                  <a:srgbClr val="5E9BC9"/>
                </a:solidFill>
                <a:latin typeface="Mochiy Pop One"/>
                <a:ea typeface="Mochiy Pop One"/>
                <a:cs typeface="Mochiy Pop One"/>
                <a:sym typeface="Mochiy Pop One"/>
              </a:rPr>
              <a:t>Sort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71330" y="7259737"/>
            <a:ext cx="3945340" cy="1117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56"/>
              </a:lnSpc>
            </a:pPr>
            <a:r>
              <a:rPr lang="en-US" sz="7799">
                <a:solidFill>
                  <a:srgbClr val="5E9BC9"/>
                </a:solidFill>
                <a:latin typeface="Mochiy Pop One"/>
                <a:ea typeface="Mochiy Pop One"/>
                <a:cs typeface="Mochiy Pop One"/>
                <a:sym typeface="Mochiy Pop One"/>
              </a:rPr>
              <a:t>DSM 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915407" y="8444376"/>
            <a:ext cx="12457186" cy="1117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56"/>
              </a:lnSpc>
            </a:pPr>
            <a:r>
              <a:rPr lang="en-US" sz="7799">
                <a:solidFill>
                  <a:srgbClr val="5E9BC9"/>
                </a:solidFill>
                <a:latin typeface="Mochiy Pop One"/>
                <a:ea typeface="Mochiy Pop One"/>
                <a:cs typeface="Mochiy Pop One"/>
                <a:sym typeface="Mochiy Pop One"/>
              </a:rPr>
              <a:t>Estrutura de Dados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529203">
            <a:off x="-3087948" y="-940279"/>
            <a:ext cx="11710784" cy="11710784"/>
          </a:xfrm>
          <a:custGeom>
            <a:avLst/>
            <a:gdLst/>
            <a:ahLst/>
            <a:cxnLst/>
            <a:rect r="r" b="b" t="t" l="l"/>
            <a:pathLst>
              <a:path h="11710784" w="11710784">
                <a:moveTo>
                  <a:pt x="0" y="0"/>
                </a:moveTo>
                <a:lnTo>
                  <a:pt x="11710784" y="0"/>
                </a:lnTo>
                <a:lnTo>
                  <a:pt x="11710784" y="11710784"/>
                </a:lnTo>
                <a:lnTo>
                  <a:pt x="0" y="11710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529203">
            <a:off x="4561894" y="6022165"/>
            <a:ext cx="11710784" cy="11710784"/>
          </a:xfrm>
          <a:custGeom>
            <a:avLst/>
            <a:gdLst/>
            <a:ahLst/>
            <a:cxnLst/>
            <a:rect r="r" b="b" t="t" l="l"/>
            <a:pathLst>
              <a:path h="11710784" w="11710784">
                <a:moveTo>
                  <a:pt x="0" y="0"/>
                </a:moveTo>
                <a:lnTo>
                  <a:pt x="11710785" y="0"/>
                </a:lnTo>
                <a:lnTo>
                  <a:pt x="11710785" y="11710784"/>
                </a:lnTo>
                <a:lnTo>
                  <a:pt x="0" y="11710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529203">
            <a:off x="9281197" y="-4371089"/>
            <a:ext cx="11710784" cy="11710784"/>
          </a:xfrm>
          <a:custGeom>
            <a:avLst/>
            <a:gdLst/>
            <a:ahLst/>
            <a:cxnLst/>
            <a:rect r="r" b="b" t="t" l="l"/>
            <a:pathLst>
              <a:path h="11710784" w="11710784">
                <a:moveTo>
                  <a:pt x="0" y="0"/>
                </a:moveTo>
                <a:lnTo>
                  <a:pt x="11710785" y="0"/>
                </a:lnTo>
                <a:lnTo>
                  <a:pt x="11710785" y="11710785"/>
                </a:lnTo>
                <a:lnTo>
                  <a:pt x="0" y="117107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37410" y="8314327"/>
            <a:ext cx="2484139" cy="1887946"/>
          </a:xfrm>
          <a:custGeom>
            <a:avLst/>
            <a:gdLst/>
            <a:ahLst/>
            <a:cxnLst/>
            <a:rect r="r" b="b" t="t" l="l"/>
            <a:pathLst>
              <a:path h="1887946" w="2484139">
                <a:moveTo>
                  <a:pt x="0" y="0"/>
                </a:moveTo>
                <a:lnTo>
                  <a:pt x="2484139" y="0"/>
                </a:lnTo>
                <a:lnTo>
                  <a:pt x="2484139" y="1887946"/>
                </a:lnTo>
                <a:lnTo>
                  <a:pt x="0" y="18879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6203704" y="84727"/>
            <a:ext cx="2484139" cy="1887946"/>
          </a:xfrm>
          <a:custGeom>
            <a:avLst/>
            <a:gdLst/>
            <a:ahLst/>
            <a:cxnLst/>
            <a:rect r="r" b="b" t="t" l="l"/>
            <a:pathLst>
              <a:path h="1887946" w="2484139">
                <a:moveTo>
                  <a:pt x="2484140" y="0"/>
                </a:moveTo>
                <a:lnTo>
                  <a:pt x="0" y="0"/>
                </a:lnTo>
                <a:lnTo>
                  <a:pt x="0" y="1887946"/>
                </a:lnTo>
                <a:lnTo>
                  <a:pt x="2484140" y="1887946"/>
                </a:lnTo>
                <a:lnTo>
                  <a:pt x="248414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795418" y="0"/>
            <a:ext cx="6942147" cy="4114800"/>
          </a:xfrm>
          <a:custGeom>
            <a:avLst/>
            <a:gdLst/>
            <a:ahLst/>
            <a:cxnLst/>
            <a:rect r="r" b="b" t="t" l="l"/>
            <a:pathLst>
              <a:path h="4114800" w="6942147">
                <a:moveTo>
                  <a:pt x="0" y="0"/>
                </a:moveTo>
                <a:lnTo>
                  <a:pt x="6942147" y="0"/>
                </a:lnTo>
                <a:lnTo>
                  <a:pt x="69421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971281" y="9258300"/>
            <a:ext cx="6942147" cy="4114800"/>
          </a:xfrm>
          <a:custGeom>
            <a:avLst/>
            <a:gdLst/>
            <a:ahLst/>
            <a:cxnLst/>
            <a:rect r="r" b="b" t="t" l="l"/>
            <a:pathLst>
              <a:path h="4114800" w="6942147">
                <a:moveTo>
                  <a:pt x="0" y="0"/>
                </a:moveTo>
                <a:lnTo>
                  <a:pt x="6942147" y="0"/>
                </a:lnTo>
                <a:lnTo>
                  <a:pt x="69421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43287" y="7658315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5"/>
                </a:lnTo>
                <a:lnTo>
                  <a:pt x="0" y="1599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4545170">
            <a:off x="1645027" y="-261172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5"/>
                </a:lnTo>
                <a:lnTo>
                  <a:pt x="0" y="1599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050104" y="1028700"/>
            <a:ext cx="8250226" cy="8229600"/>
          </a:xfrm>
          <a:custGeom>
            <a:avLst/>
            <a:gdLst/>
            <a:ahLst/>
            <a:cxnLst/>
            <a:rect r="r" b="b" t="t" l="l"/>
            <a:pathLst>
              <a:path h="8229600" w="8250226">
                <a:moveTo>
                  <a:pt x="0" y="0"/>
                </a:moveTo>
                <a:lnTo>
                  <a:pt x="8250226" y="0"/>
                </a:lnTo>
                <a:lnTo>
                  <a:pt x="825022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009348" y="2975620"/>
            <a:ext cx="8269304" cy="1139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1"/>
              </a:lnSpc>
            </a:pPr>
            <a:r>
              <a:rPr lang="en-US" sz="8001">
                <a:solidFill>
                  <a:srgbClr val="5E9BC9"/>
                </a:solidFill>
                <a:latin typeface="Mochiy Pop One"/>
                <a:ea typeface="Mochiy Pop One"/>
                <a:cs typeface="Mochiy Pop One"/>
                <a:sym typeface="Mochiy Pop One"/>
              </a:rPr>
              <a:t>O time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32865" y="4234398"/>
            <a:ext cx="7022270" cy="231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4"/>
              </a:lnSpc>
            </a:pPr>
            <a:r>
              <a:rPr lang="en-US" sz="2499" spc="42">
                <a:solidFill>
                  <a:srgbClr val="0971BF"/>
                </a:solidFill>
                <a:latin typeface="Mochiy Pop One"/>
                <a:ea typeface="Mochiy Pop One"/>
                <a:cs typeface="Mochiy Pop One"/>
                <a:sym typeface="Mochiy Pop One"/>
              </a:rPr>
              <a:t>Caio Edimar Santos Silva</a:t>
            </a:r>
          </a:p>
          <a:p>
            <a:pPr algn="ctr">
              <a:lnSpc>
                <a:spcPts val="4724"/>
              </a:lnSpc>
            </a:pPr>
            <a:r>
              <a:rPr lang="en-US" sz="2499" spc="42">
                <a:solidFill>
                  <a:srgbClr val="0971BF"/>
                </a:solidFill>
                <a:latin typeface="Mochiy Pop One"/>
                <a:ea typeface="Mochiy Pop One"/>
                <a:cs typeface="Mochiy Pop One"/>
                <a:sym typeface="Mochiy Pop One"/>
              </a:rPr>
              <a:t>Carlos Eduardo Correia</a:t>
            </a:r>
          </a:p>
          <a:p>
            <a:pPr algn="ctr">
              <a:lnSpc>
                <a:spcPts val="4724"/>
              </a:lnSpc>
            </a:pPr>
            <a:r>
              <a:rPr lang="en-US" sz="2499" spc="42">
                <a:solidFill>
                  <a:srgbClr val="0971BF"/>
                </a:solidFill>
                <a:latin typeface="Mochiy Pop One"/>
                <a:ea typeface="Mochiy Pop One"/>
                <a:cs typeface="Mochiy Pop One"/>
                <a:sym typeface="Mochiy Pop One"/>
              </a:rPr>
              <a:t>Geovanny Ferreira Elias</a:t>
            </a:r>
          </a:p>
          <a:p>
            <a:pPr algn="ctr">
              <a:lnSpc>
                <a:spcPts val="4724"/>
              </a:lnSpc>
            </a:pPr>
            <a:r>
              <a:rPr lang="en-US" sz="2499" spc="42">
                <a:solidFill>
                  <a:srgbClr val="0971BF"/>
                </a:solidFill>
                <a:latin typeface="Mochiy Pop One"/>
                <a:ea typeface="Mochiy Pop One"/>
                <a:cs typeface="Mochiy Pop One"/>
                <a:sym typeface="Mochiy Pop One"/>
              </a:rPr>
              <a:t>João Pedro da Silva de Oliveira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2500731" y="4908949"/>
            <a:ext cx="3558254" cy="3549358"/>
          </a:xfrm>
          <a:custGeom>
            <a:avLst/>
            <a:gdLst/>
            <a:ahLst/>
            <a:cxnLst/>
            <a:rect r="r" b="b" t="t" l="l"/>
            <a:pathLst>
              <a:path h="3549358" w="3558254">
                <a:moveTo>
                  <a:pt x="0" y="0"/>
                </a:moveTo>
                <a:lnTo>
                  <a:pt x="3558254" y="0"/>
                </a:lnTo>
                <a:lnTo>
                  <a:pt x="3558254" y="3549359"/>
                </a:lnTo>
                <a:lnTo>
                  <a:pt x="0" y="354935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908186" y="5741719"/>
            <a:ext cx="2743342" cy="434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0"/>
              </a:lnSpc>
            </a:pPr>
            <a:r>
              <a:rPr lang="en-US" sz="3000">
                <a:solidFill>
                  <a:srgbClr val="5E9BC9"/>
                </a:solidFill>
                <a:latin typeface="Mochiy Pop One"/>
                <a:ea typeface="Mochiy Pop One"/>
                <a:cs typeface="Mochiy Pop One"/>
                <a:sym typeface="Mochiy Pop One"/>
              </a:rPr>
              <a:t>Professora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665398" y="6321998"/>
            <a:ext cx="3228919" cy="823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1"/>
              </a:lnSpc>
            </a:pPr>
            <a:r>
              <a:rPr lang="en-US" sz="1800" spc="30">
                <a:solidFill>
                  <a:srgbClr val="0971BF"/>
                </a:solidFill>
                <a:latin typeface="Mochiy Pop One"/>
                <a:ea typeface="Mochiy Pop One"/>
                <a:cs typeface="Mochiy Pop One"/>
                <a:sym typeface="Mochiy Pop One"/>
              </a:rPr>
              <a:t>Fernanda Schimitz de Almeida Larguesa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529203">
            <a:off x="-3087948" y="-940279"/>
            <a:ext cx="11710784" cy="11710784"/>
          </a:xfrm>
          <a:custGeom>
            <a:avLst/>
            <a:gdLst/>
            <a:ahLst/>
            <a:cxnLst/>
            <a:rect r="r" b="b" t="t" l="l"/>
            <a:pathLst>
              <a:path h="11710784" w="11710784">
                <a:moveTo>
                  <a:pt x="0" y="0"/>
                </a:moveTo>
                <a:lnTo>
                  <a:pt x="11710784" y="0"/>
                </a:lnTo>
                <a:lnTo>
                  <a:pt x="11710784" y="11710784"/>
                </a:lnTo>
                <a:lnTo>
                  <a:pt x="0" y="11710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529203">
            <a:off x="4561894" y="6022165"/>
            <a:ext cx="11710784" cy="11710784"/>
          </a:xfrm>
          <a:custGeom>
            <a:avLst/>
            <a:gdLst/>
            <a:ahLst/>
            <a:cxnLst/>
            <a:rect r="r" b="b" t="t" l="l"/>
            <a:pathLst>
              <a:path h="11710784" w="11710784">
                <a:moveTo>
                  <a:pt x="0" y="0"/>
                </a:moveTo>
                <a:lnTo>
                  <a:pt x="11710785" y="0"/>
                </a:lnTo>
                <a:lnTo>
                  <a:pt x="11710785" y="11710784"/>
                </a:lnTo>
                <a:lnTo>
                  <a:pt x="0" y="11710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529203">
            <a:off x="9281197" y="-4371089"/>
            <a:ext cx="11710784" cy="11710784"/>
          </a:xfrm>
          <a:custGeom>
            <a:avLst/>
            <a:gdLst/>
            <a:ahLst/>
            <a:cxnLst/>
            <a:rect r="r" b="b" t="t" l="l"/>
            <a:pathLst>
              <a:path h="11710784" w="11710784">
                <a:moveTo>
                  <a:pt x="0" y="0"/>
                </a:moveTo>
                <a:lnTo>
                  <a:pt x="11710785" y="0"/>
                </a:lnTo>
                <a:lnTo>
                  <a:pt x="11710785" y="11710785"/>
                </a:lnTo>
                <a:lnTo>
                  <a:pt x="0" y="117107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37410" y="8314327"/>
            <a:ext cx="2484139" cy="1887946"/>
          </a:xfrm>
          <a:custGeom>
            <a:avLst/>
            <a:gdLst/>
            <a:ahLst/>
            <a:cxnLst/>
            <a:rect r="r" b="b" t="t" l="l"/>
            <a:pathLst>
              <a:path h="1887946" w="2484139">
                <a:moveTo>
                  <a:pt x="0" y="0"/>
                </a:moveTo>
                <a:lnTo>
                  <a:pt x="2484139" y="0"/>
                </a:lnTo>
                <a:lnTo>
                  <a:pt x="2484139" y="1887946"/>
                </a:lnTo>
                <a:lnTo>
                  <a:pt x="0" y="18879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6203704" y="84727"/>
            <a:ext cx="2484139" cy="1887946"/>
          </a:xfrm>
          <a:custGeom>
            <a:avLst/>
            <a:gdLst/>
            <a:ahLst/>
            <a:cxnLst/>
            <a:rect r="r" b="b" t="t" l="l"/>
            <a:pathLst>
              <a:path h="1887946" w="2484139">
                <a:moveTo>
                  <a:pt x="2484140" y="0"/>
                </a:moveTo>
                <a:lnTo>
                  <a:pt x="0" y="0"/>
                </a:lnTo>
                <a:lnTo>
                  <a:pt x="0" y="1887946"/>
                </a:lnTo>
                <a:lnTo>
                  <a:pt x="2484140" y="1887946"/>
                </a:lnTo>
                <a:lnTo>
                  <a:pt x="248414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795418" y="0"/>
            <a:ext cx="6942147" cy="4114800"/>
          </a:xfrm>
          <a:custGeom>
            <a:avLst/>
            <a:gdLst/>
            <a:ahLst/>
            <a:cxnLst/>
            <a:rect r="r" b="b" t="t" l="l"/>
            <a:pathLst>
              <a:path h="4114800" w="6942147">
                <a:moveTo>
                  <a:pt x="0" y="0"/>
                </a:moveTo>
                <a:lnTo>
                  <a:pt x="6942147" y="0"/>
                </a:lnTo>
                <a:lnTo>
                  <a:pt x="69421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971281" y="9258300"/>
            <a:ext cx="6942147" cy="4114800"/>
          </a:xfrm>
          <a:custGeom>
            <a:avLst/>
            <a:gdLst/>
            <a:ahLst/>
            <a:cxnLst/>
            <a:rect r="r" b="b" t="t" l="l"/>
            <a:pathLst>
              <a:path h="4114800" w="6942147">
                <a:moveTo>
                  <a:pt x="0" y="0"/>
                </a:moveTo>
                <a:lnTo>
                  <a:pt x="6942147" y="0"/>
                </a:lnTo>
                <a:lnTo>
                  <a:pt x="69421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43287" y="7658315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5"/>
                </a:lnTo>
                <a:lnTo>
                  <a:pt x="0" y="1599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4545170">
            <a:off x="1785562" y="-261172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5"/>
                </a:lnTo>
                <a:lnTo>
                  <a:pt x="0" y="1599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16939566" y="2542451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2" y="0"/>
                </a:lnTo>
                <a:lnTo>
                  <a:pt x="1544712" y="1599985"/>
                </a:lnTo>
                <a:lnTo>
                  <a:pt x="0" y="1599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799999">
            <a:off x="14095667" y="-406663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5"/>
                </a:lnTo>
                <a:lnTo>
                  <a:pt x="0" y="1599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3231075">
            <a:off x="-281491" y="4115121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4"/>
                </a:lnTo>
                <a:lnTo>
                  <a:pt x="0" y="15999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811827">
            <a:off x="-39841" y="6858323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5"/>
                </a:lnTo>
                <a:lnTo>
                  <a:pt x="0" y="1599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6756733">
            <a:off x="3030549" y="9222153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2" y="0"/>
                </a:lnTo>
                <a:lnTo>
                  <a:pt x="1544712" y="1599984"/>
                </a:lnTo>
                <a:lnTo>
                  <a:pt x="0" y="15999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7901464">
            <a:off x="10524396" y="9310415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5"/>
                </a:lnTo>
                <a:lnTo>
                  <a:pt x="0" y="1599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3986999" y="5173220"/>
            <a:ext cx="4014103" cy="4014103"/>
            <a:chOff x="0" y="0"/>
            <a:chExt cx="12700000" cy="12700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-11430" y="857250"/>
              <a:ext cx="13009880" cy="11644630"/>
            </a:xfrm>
            <a:custGeom>
              <a:avLst/>
              <a:gdLst/>
              <a:ahLst/>
              <a:cxnLst/>
              <a:rect r="r" b="b" t="t" l="l"/>
              <a:pathLst>
                <a:path h="11644630" w="13009880">
                  <a:moveTo>
                    <a:pt x="10152380" y="938530"/>
                  </a:moveTo>
                  <a:cubicBezTo>
                    <a:pt x="8962390" y="189230"/>
                    <a:pt x="8643620" y="154940"/>
                    <a:pt x="7245350" y="0"/>
                  </a:cubicBezTo>
                  <a:cubicBezTo>
                    <a:pt x="4039870" y="38100"/>
                    <a:pt x="1441450" y="1889760"/>
                    <a:pt x="435610" y="4933950"/>
                  </a:cubicBezTo>
                  <a:cubicBezTo>
                    <a:pt x="91440" y="5975350"/>
                    <a:pt x="0" y="7139940"/>
                    <a:pt x="403860" y="8159750"/>
                  </a:cubicBezTo>
                  <a:cubicBezTo>
                    <a:pt x="934720" y="9499600"/>
                    <a:pt x="2254250" y="10407650"/>
                    <a:pt x="3648710" y="10773410"/>
                  </a:cubicBezTo>
                  <a:cubicBezTo>
                    <a:pt x="5043170" y="11140440"/>
                    <a:pt x="6578600" y="11644630"/>
                    <a:pt x="8008620" y="11470640"/>
                  </a:cubicBezTo>
                  <a:cubicBezTo>
                    <a:pt x="9123680" y="11334750"/>
                    <a:pt x="10237470" y="10519410"/>
                    <a:pt x="11071860" y="9767570"/>
                  </a:cubicBezTo>
                  <a:cubicBezTo>
                    <a:pt x="11625580" y="9268460"/>
                    <a:pt x="11971020" y="8576310"/>
                    <a:pt x="12202160" y="7867650"/>
                  </a:cubicBezTo>
                  <a:cubicBezTo>
                    <a:pt x="13009880" y="5401310"/>
                    <a:pt x="12348210" y="2322830"/>
                    <a:pt x="10152380" y="938530"/>
                  </a:cubicBezTo>
                  <a:close/>
                </a:path>
              </a:pathLst>
            </a:custGeom>
            <a:blipFill>
              <a:blip r:embed="rId10"/>
              <a:stretch>
                <a:fillRect l="0" t="-12388" r="0" b="-46342"/>
              </a:stretch>
            </a:blipFill>
            <a:ln w="57150" cap="sq">
              <a:solidFill>
                <a:srgbClr val="5E9BC9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0507826" y="5173220"/>
            <a:ext cx="4014103" cy="4014103"/>
            <a:chOff x="0" y="0"/>
            <a:chExt cx="12700000" cy="1270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-11430" y="857250"/>
              <a:ext cx="13009880" cy="11644630"/>
            </a:xfrm>
            <a:custGeom>
              <a:avLst/>
              <a:gdLst/>
              <a:ahLst/>
              <a:cxnLst/>
              <a:rect r="r" b="b" t="t" l="l"/>
              <a:pathLst>
                <a:path h="11644630" w="13009880">
                  <a:moveTo>
                    <a:pt x="10152380" y="938530"/>
                  </a:moveTo>
                  <a:cubicBezTo>
                    <a:pt x="8962390" y="189230"/>
                    <a:pt x="8643620" y="154940"/>
                    <a:pt x="7245350" y="0"/>
                  </a:cubicBezTo>
                  <a:cubicBezTo>
                    <a:pt x="4039870" y="38100"/>
                    <a:pt x="1441450" y="1889760"/>
                    <a:pt x="435610" y="4933950"/>
                  </a:cubicBezTo>
                  <a:cubicBezTo>
                    <a:pt x="91440" y="5975350"/>
                    <a:pt x="0" y="7139940"/>
                    <a:pt x="403860" y="8159750"/>
                  </a:cubicBezTo>
                  <a:cubicBezTo>
                    <a:pt x="934720" y="9499600"/>
                    <a:pt x="2254250" y="10407650"/>
                    <a:pt x="3648710" y="10773410"/>
                  </a:cubicBezTo>
                  <a:cubicBezTo>
                    <a:pt x="5043170" y="11140440"/>
                    <a:pt x="6578600" y="11644630"/>
                    <a:pt x="8008620" y="11470640"/>
                  </a:cubicBezTo>
                  <a:cubicBezTo>
                    <a:pt x="9123680" y="11334750"/>
                    <a:pt x="10237470" y="10519410"/>
                    <a:pt x="11071860" y="9767570"/>
                  </a:cubicBezTo>
                  <a:cubicBezTo>
                    <a:pt x="11625580" y="9268460"/>
                    <a:pt x="11971020" y="8576310"/>
                    <a:pt x="12202160" y="7867650"/>
                  </a:cubicBezTo>
                  <a:cubicBezTo>
                    <a:pt x="13009880" y="5401310"/>
                    <a:pt x="12348210" y="2322830"/>
                    <a:pt x="10152380" y="938530"/>
                  </a:cubicBezTo>
                  <a:close/>
                </a:path>
              </a:pathLst>
            </a:custGeom>
            <a:blipFill>
              <a:blip r:embed="rId11"/>
              <a:stretch>
                <a:fillRect l="0" t="0" r="0" b="-1835"/>
              </a:stretch>
            </a:blipFill>
            <a:ln w="57150" cap="sq">
              <a:solidFill>
                <a:srgbClr val="5E9BC9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3874261" y="2488454"/>
            <a:ext cx="10539477" cy="279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971BF"/>
                </a:solidFill>
                <a:latin typeface="Tazugane Gothic"/>
                <a:ea typeface="Tazugane Gothic"/>
                <a:cs typeface="Tazugane Gothic"/>
                <a:sym typeface="Tazugane Gothic"/>
              </a:rPr>
              <a:t>Primeira descrição: 1956 por Edward H. Friend em Sorting on electronic computer systems (ACM).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971BF"/>
                </a:solidFill>
                <a:latin typeface="Tazugane Gothic"/>
                <a:ea typeface="Tazugane Gothic"/>
                <a:cs typeface="Tazugane Gothic"/>
                <a:sym typeface="Tazugane Gothic"/>
              </a:rPr>
              <a:t>Inicialmente chamado de "algoritmo de troca de classificação".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971BF"/>
                </a:solidFill>
                <a:latin typeface="Tazugane Gothic"/>
                <a:ea typeface="Tazugane Gothic"/>
                <a:cs typeface="Tazugane Gothic"/>
                <a:sym typeface="Tazugane Gothic"/>
              </a:rPr>
              <a:t>Fundamentos descritos, mas pouco notado na época.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971BF"/>
                </a:solidFill>
                <a:latin typeface="Tazugane Gothic"/>
                <a:ea typeface="Tazugane Gothic"/>
                <a:cs typeface="Tazugane Gothic"/>
                <a:sym typeface="Tazugane Gothic"/>
              </a:rPr>
              <a:t>Redescoberto por cientistas, incluindo Kenneth E. Iverson, que popularizou o nome Bubble Sort.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779497" y="9034922"/>
            <a:ext cx="2773395" cy="403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0"/>
              </a:lnSpc>
            </a:pPr>
            <a:r>
              <a:rPr lang="en-US" sz="1678">
                <a:solidFill>
                  <a:srgbClr val="0971BF"/>
                </a:solidFill>
                <a:latin typeface="Tazugane Gothic"/>
                <a:ea typeface="Tazugane Gothic"/>
                <a:cs typeface="Tazugane Gothic"/>
                <a:sym typeface="Tazugane Gothic"/>
              </a:rPr>
              <a:t>Edward Harry Friend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328612" y="1226203"/>
            <a:ext cx="9630776" cy="1139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79"/>
              </a:lnSpc>
            </a:pPr>
            <a:r>
              <a:rPr lang="en-US" sz="7999">
                <a:solidFill>
                  <a:srgbClr val="5E9BC9"/>
                </a:solidFill>
                <a:latin typeface="Mochiy Pop One"/>
                <a:ea typeface="Mochiy Pop One"/>
                <a:cs typeface="Mochiy Pop One"/>
                <a:sym typeface="Mochiy Pop One"/>
              </a:rPr>
              <a:t>Origem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547537" y="9034922"/>
            <a:ext cx="2773395" cy="403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0"/>
              </a:lnSpc>
            </a:pPr>
            <a:r>
              <a:rPr lang="en-US" sz="1678">
                <a:solidFill>
                  <a:srgbClr val="0971BF"/>
                </a:solidFill>
                <a:latin typeface="Tazugane Gothic"/>
                <a:ea typeface="Tazugane Gothic"/>
                <a:cs typeface="Tazugane Gothic"/>
                <a:sym typeface="Tazugane Gothic"/>
              </a:rPr>
              <a:t>Kenneth E. Iverson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529203">
            <a:off x="-3087948" y="-940279"/>
            <a:ext cx="11710784" cy="11710784"/>
          </a:xfrm>
          <a:custGeom>
            <a:avLst/>
            <a:gdLst/>
            <a:ahLst/>
            <a:cxnLst/>
            <a:rect r="r" b="b" t="t" l="l"/>
            <a:pathLst>
              <a:path h="11710784" w="11710784">
                <a:moveTo>
                  <a:pt x="0" y="0"/>
                </a:moveTo>
                <a:lnTo>
                  <a:pt x="11710784" y="0"/>
                </a:lnTo>
                <a:lnTo>
                  <a:pt x="11710784" y="11710784"/>
                </a:lnTo>
                <a:lnTo>
                  <a:pt x="0" y="11710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529203">
            <a:off x="4561894" y="6022165"/>
            <a:ext cx="11710784" cy="11710784"/>
          </a:xfrm>
          <a:custGeom>
            <a:avLst/>
            <a:gdLst/>
            <a:ahLst/>
            <a:cxnLst/>
            <a:rect r="r" b="b" t="t" l="l"/>
            <a:pathLst>
              <a:path h="11710784" w="11710784">
                <a:moveTo>
                  <a:pt x="0" y="0"/>
                </a:moveTo>
                <a:lnTo>
                  <a:pt x="11710785" y="0"/>
                </a:lnTo>
                <a:lnTo>
                  <a:pt x="11710785" y="11710784"/>
                </a:lnTo>
                <a:lnTo>
                  <a:pt x="0" y="11710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529203">
            <a:off x="9281197" y="-4371089"/>
            <a:ext cx="11710784" cy="11710784"/>
          </a:xfrm>
          <a:custGeom>
            <a:avLst/>
            <a:gdLst/>
            <a:ahLst/>
            <a:cxnLst/>
            <a:rect r="r" b="b" t="t" l="l"/>
            <a:pathLst>
              <a:path h="11710784" w="11710784">
                <a:moveTo>
                  <a:pt x="0" y="0"/>
                </a:moveTo>
                <a:lnTo>
                  <a:pt x="11710785" y="0"/>
                </a:lnTo>
                <a:lnTo>
                  <a:pt x="11710785" y="11710785"/>
                </a:lnTo>
                <a:lnTo>
                  <a:pt x="0" y="117107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37410" y="8314327"/>
            <a:ext cx="2484139" cy="1887946"/>
          </a:xfrm>
          <a:custGeom>
            <a:avLst/>
            <a:gdLst/>
            <a:ahLst/>
            <a:cxnLst/>
            <a:rect r="r" b="b" t="t" l="l"/>
            <a:pathLst>
              <a:path h="1887946" w="2484139">
                <a:moveTo>
                  <a:pt x="0" y="0"/>
                </a:moveTo>
                <a:lnTo>
                  <a:pt x="2484139" y="0"/>
                </a:lnTo>
                <a:lnTo>
                  <a:pt x="2484139" y="1887946"/>
                </a:lnTo>
                <a:lnTo>
                  <a:pt x="0" y="18879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6203704" y="84727"/>
            <a:ext cx="2484139" cy="1887946"/>
          </a:xfrm>
          <a:custGeom>
            <a:avLst/>
            <a:gdLst/>
            <a:ahLst/>
            <a:cxnLst/>
            <a:rect r="r" b="b" t="t" l="l"/>
            <a:pathLst>
              <a:path h="1887946" w="2484139">
                <a:moveTo>
                  <a:pt x="2484140" y="0"/>
                </a:moveTo>
                <a:lnTo>
                  <a:pt x="0" y="0"/>
                </a:lnTo>
                <a:lnTo>
                  <a:pt x="0" y="1887946"/>
                </a:lnTo>
                <a:lnTo>
                  <a:pt x="2484140" y="1887946"/>
                </a:lnTo>
                <a:lnTo>
                  <a:pt x="248414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795418" y="0"/>
            <a:ext cx="6942147" cy="4114800"/>
          </a:xfrm>
          <a:custGeom>
            <a:avLst/>
            <a:gdLst/>
            <a:ahLst/>
            <a:cxnLst/>
            <a:rect r="r" b="b" t="t" l="l"/>
            <a:pathLst>
              <a:path h="4114800" w="6942147">
                <a:moveTo>
                  <a:pt x="0" y="0"/>
                </a:moveTo>
                <a:lnTo>
                  <a:pt x="6942147" y="0"/>
                </a:lnTo>
                <a:lnTo>
                  <a:pt x="69421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971281" y="9258300"/>
            <a:ext cx="6942147" cy="4114800"/>
          </a:xfrm>
          <a:custGeom>
            <a:avLst/>
            <a:gdLst/>
            <a:ahLst/>
            <a:cxnLst/>
            <a:rect r="r" b="b" t="t" l="l"/>
            <a:pathLst>
              <a:path h="4114800" w="6942147">
                <a:moveTo>
                  <a:pt x="0" y="0"/>
                </a:moveTo>
                <a:lnTo>
                  <a:pt x="6942147" y="0"/>
                </a:lnTo>
                <a:lnTo>
                  <a:pt x="69421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43287" y="7658315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5"/>
                </a:lnTo>
                <a:lnTo>
                  <a:pt x="0" y="1599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4545170">
            <a:off x="1785562" y="-261172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5"/>
                </a:lnTo>
                <a:lnTo>
                  <a:pt x="0" y="1599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16939566" y="2542451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2" y="0"/>
                </a:lnTo>
                <a:lnTo>
                  <a:pt x="1544712" y="1599985"/>
                </a:lnTo>
                <a:lnTo>
                  <a:pt x="0" y="1599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799999">
            <a:off x="14095667" y="-406663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5"/>
                </a:lnTo>
                <a:lnTo>
                  <a:pt x="0" y="1599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3231075">
            <a:off x="-281491" y="4115121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4"/>
                </a:lnTo>
                <a:lnTo>
                  <a:pt x="0" y="15999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811827">
            <a:off x="-39841" y="6858323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5"/>
                </a:lnTo>
                <a:lnTo>
                  <a:pt x="0" y="1599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6756733">
            <a:off x="1167764" y="9402281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4"/>
                </a:lnTo>
                <a:lnTo>
                  <a:pt x="0" y="15999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825520" y="345114"/>
            <a:ext cx="10636960" cy="1139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79"/>
              </a:lnSpc>
            </a:pPr>
            <a:r>
              <a:rPr lang="en-US" sz="7999">
                <a:solidFill>
                  <a:srgbClr val="5E9BC9"/>
                </a:solidFill>
                <a:latin typeface="Mochiy Pop One"/>
                <a:ea typeface="Mochiy Pop One"/>
                <a:cs typeface="Mochiy Pop One"/>
                <a:sym typeface="Mochiy Pop One"/>
              </a:rPr>
              <a:t>Funcionamento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257676" y="1715948"/>
            <a:ext cx="5886324" cy="1187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971BF"/>
                </a:solidFill>
                <a:latin typeface="Tazugane Gothic"/>
                <a:ea typeface="Tazugane Gothic"/>
                <a:cs typeface="Tazugane Gothic"/>
                <a:sym typeface="Tazugane Gothic"/>
              </a:rPr>
              <a:t>Percorre a lista várias vezes.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971BF"/>
                </a:solidFill>
                <a:latin typeface="Tazugane Gothic"/>
                <a:ea typeface="Tazugane Gothic"/>
                <a:cs typeface="Tazugane Gothic"/>
                <a:sym typeface="Tazugane Gothic"/>
              </a:rPr>
              <a:t>Compara cada elemento com o vizinho imediato.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50769" y="1715948"/>
            <a:ext cx="5886324" cy="1187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971BF"/>
                </a:solidFill>
                <a:latin typeface="Tazugane Gothic"/>
                <a:ea typeface="Tazugane Gothic"/>
                <a:cs typeface="Tazugane Gothic"/>
                <a:sym typeface="Tazugane Gothic"/>
              </a:rPr>
              <a:t>Troca os elementos se estiverem fora de ordem (crescentes).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971BF"/>
                </a:solidFill>
                <a:latin typeface="Tazugane Gothic"/>
                <a:ea typeface="Tazugane Gothic"/>
                <a:cs typeface="Tazugane Gothic"/>
                <a:sym typeface="Tazugane Gothic"/>
              </a:rPr>
              <a:t>Repete até a lista ficar ordenada.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2908347" y="3265842"/>
            <a:ext cx="12471306" cy="5915856"/>
            <a:chOff x="0" y="0"/>
            <a:chExt cx="16628408" cy="788780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487526" y="2498833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1" y="0"/>
                  </a:lnTo>
                  <a:lnTo>
                    <a:pt x="739891" y="738042"/>
                  </a:lnTo>
                  <a:lnTo>
                    <a:pt x="0" y="738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260162" y="2498833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2" y="0"/>
                  </a:lnTo>
                  <a:lnTo>
                    <a:pt x="739892" y="738042"/>
                  </a:lnTo>
                  <a:lnTo>
                    <a:pt x="0" y="738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2033975" y="2498833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2" y="0"/>
                  </a:lnTo>
                  <a:lnTo>
                    <a:pt x="739892" y="738042"/>
                  </a:lnTo>
                  <a:lnTo>
                    <a:pt x="0" y="738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807788" y="2498833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2" y="0"/>
                  </a:lnTo>
                  <a:lnTo>
                    <a:pt x="739892" y="738042"/>
                  </a:lnTo>
                  <a:lnTo>
                    <a:pt x="0" y="738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3581601" y="2498833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2" y="0"/>
                  </a:lnTo>
                  <a:lnTo>
                    <a:pt x="739892" y="738042"/>
                  </a:lnTo>
                  <a:lnTo>
                    <a:pt x="0" y="738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473237" y="3680840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1" y="0"/>
                  </a:lnTo>
                  <a:lnTo>
                    <a:pt x="739891" y="738042"/>
                  </a:lnTo>
                  <a:lnTo>
                    <a:pt x="0" y="738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245873" y="3680840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2" y="0"/>
                  </a:lnTo>
                  <a:lnTo>
                    <a:pt x="739892" y="738042"/>
                  </a:lnTo>
                  <a:lnTo>
                    <a:pt x="0" y="738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019686" y="3680840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2" y="0"/>
                  </a:lnTo>
                  <a:lnTo>
                    <a:pt x="739892" y="738042"/>
                  </a:lnTo>
                  <a:lnTo>
                    <a:pt x="0" y="738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2793499" y="3680840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2" y="0"/>
                  </a:lnTo>
                  <a:lnTo>
                    <a:pt x="739892" y="738042"/>
                  </a:lnTo>
                  <a:lnTo>
                    <a:pt x="0" y="738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3567312" y="3680840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2" y="0"/>
                  </a:lnTo>
                  <a:lnTo>
                    <a:pt x="739892" y="738042"/>
                  </a:lnTo>
                  <a:lnTo>
                    <a:pt x="0" y="738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728386" y="2103586"/>
              <a:ext cx="889198" cy="317888"/>
            </a:xfrm>
            <a:custGeom>
              <a:avLst/>
              <a:gdLst/>
              <a:ahLst/>
              <a:cxnLst/>
              <a:rect r="r" b="b" t="t" l="l"/>
              <a:pathLst>
                <a:path h="317888" w="889198">
                  <a:moveTo>
                    <a:pt x="0" y="0"/>
                  </a:moveTo>
                  <a:lnTo>
                    <a:pt x="889198" y="0"/>
                  </a:lnTo>
                  <a:lnTo>
                    <a:pt x="889198" y="317889"/>
                  </a:lnTo>
                  <a:lnTo>
                    <a:pt x="0" y="317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541165" y="3316039"/>
              <a:ext cx="889198" cy="317888"/>
            </a:xfrm>
            <a:custGeom>
              <a:avLst/>
              <a:gdLst/>
              <a:ahLst/>
              <a:cxnLst/>
              <a:rect r="r" b="b" t="t" l="l"/>
              <a:pathLst>
                <a:path h="317888" w="889198">
                  <a:moveTo>
                    <a:pt x="0" y="0"/>
                  </a:moveTo>
                  <a:lnTo>
                    <a:pt x="889199" y="0"/>
                  </a:lnTo>
                  <a:lnTo>
                    <a:pt x="889199" y="317888"/>
                  </a:lnTo>
                  <a:lnTo>
                    <a:pt x="0" y="317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472649" y="4862847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1" y="0"/>
                  </a:lnTo>
                  <a:lnTo>
                    <a:pt x="739891" y="738042"/>
                  </a:lnTo>
                  <a:lnTo>
                    <a:pt x="0" y="738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245285" y="4862847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1" y="0"/>
                  </a:lnTo>
                  <a:lnTo>
                    <a:pt x="739891" y="738042"/>
                  </a:lnTo>
                  <a:lnTo>
                    <a:pt x="0" y="738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2019098" y="4862847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1" y="0"/>
                  </a:lnTo>
                  <a:lnTo>
                    <a:pt x="739891" y="738042"/>
                  </a:lnTo>
                  <a:lnTo>
                    <a:pt x="0" y="738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2792911" y="4862847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1" y="0"/>
                  </a:lnTo>
                  <a:lnTo>
                    <a:pt x="739891" y="738042"/>
                  </a:lnTo>
                  <a:lnTo>
                    <a:pt x="0" y="738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3566724" y="4862847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1" y="0"/>
                  </a:lnTo>
                  <a:lnTo>
                    <a:pt x="739891" y="738042"/>
                  </a:lnTo>
                  <a:lnTo>
                    <a:pt x="0" y="738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2363189" y="4498046"/>
              <a:ext cx="889198" cy="317888"/>
            </a:xfrm>
            <a:custGeom>
              <a:avLst/>
              <a:gdLst/>
              <a:ahLst/>
              <a:cxnLst/>
              <a:rect r="r" b="b" t="t" l="l"/>
              <a:pathLst>
                <a:path h="317888" w="889198">
                  <a:moveTo>
                    <a:pt x="0" y="0"/>
                  </a:moveTo>
                  <a:lnTo>
                    <a:pt x="889198" y="0"/>
                  </a:lnTo>
                  <a:lnTo>
                    <a:pt x="889198" y="317888"/>
                  </a:lnTo>
                  <a:lnTo>
                    <a:pt x="0" y="317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472060" y="6044855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2" y="0"/>
                  </a:lnTo>
                  <a:lnTo>
                    <a:pt x="739892" y="738041"/>
                  </a:lnTo>
                  <a:lnTo>
                    <a:pt x="0" y="738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1244696" y="6044855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2" y="0"/>
                  </a:lnTo>
                  <a:lnTo>
                    <a:pt x="739892" y="738041"/>
                  </a:lnTo>
                  <a:lnTo>
                    <a:pt x="0" y="738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2018509" y="6044855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2" y="0"/>
                  </a:lnTo>
                  <a:lnTo>
                    <a:pt x="739892" y="738041"/>
                  </a:lnTo>
                  <a:lnTo>
                    <a:pt x="0" y="738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2792322" y="6044855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2" y="0"/>
                  </a:lnTo>
                  <a:lnTo>
                    <a:pt x="739892" y="738041"/>
                  </a:lnTo>
                  <a:lnTo>
                    <a:pt x="0" y="738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3566136" y="6044855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1" y="0"/>
                  </a:lnTo>
                  <a:lnTo>
                    <a:pt x="739891" y="738041"/>
                  </a:lnTo>
                  <a:lnTo>
                    <a:pt x="0" y="738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 rot="0">
              <a:off x="2747133" y="5722563"/>
              <a:ext cx="1640359" cy="245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95"/>
                </a:lnSpc>
              </a:pPr>
              <a:r>
                <a:rPr lang="en-US" sz="1257">
                  <a:solidFill>
                    <a:srgbClr val="5E9BC9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NÂO TROCA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1691771" y="2113111"/>
              <a:ext cx="980663" cy="245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95"/>
                </a:lnSpc>
              </a:pPr>
              <a:r>
                <a:rPr lang="en-US" sz="1257">
                  <a:solidFill>
                    <a:srgbClr val="5E9BC9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TROCA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2550963" y="3323625"/>
              <a:ext cx="980663" cy="245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95"/>
                </a:lnSpc>
              </a:pPr>
              <a:r>
                <a:rPr lang="en-US" sz="1257">
                  <a:solidFill>
                    <a:srgbClr val="5E9BC9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TROCA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3340830" y="4523094"/>
              <a:ext cx="980663" cy="245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95"/>
                </a:lnSpc>
              </a:pPr>
              <a:r>
                <a:rPr lang="en-US" sz="1257">
                  <a:solidFill>
                    <a:srgbClr val="5E9BC9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TROCA</a:t>
              </a:r>
            </a:p>
          </p:txBody>
        </p:sp>
        <p:sp>
          <p:nvSpPr>
            <p:cNvPr name="Freeform 47" id="47"/>
            <p:cNvSpPr/>
            <p:nvPr/>
          </p:nvSpPr>
          <p:spPr>
            <a:xfrm flipH="false" flipV="false" rot="0">
              <a:off x="12728442" y="2498833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2" y="0"/>
                  </a:lnTo>
                  <a:lnTo>
                    <a:pt x="739892" y="738042"/>
                  </a:lnTo>
                  <a:lnTo>
                    <a:pt x="0" y="738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12714153" y="3680840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2" y="0"/>
                  </a:lnTo>
                  <a:lnTo>
                    <a:pt x="739892" y="738042"/>
                  </a:lnTo>
                  <a:lnTo>
                    <a:pt x="0" y="738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13486790" y="3680840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1" y="0"/>
                  </a:lnTo>
                  <a:lnTo>
                    <a:pt x="739891" y="738042"/>
                  </a:lnTo>
                  <a:lnTo>
                    <a:pt x="0" y="738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14260603" y="3680840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1" y="0"/>
                  </a:lnTo>
                  <a:lnTo>
                    <a:pt x="739891" y="738042"/>
                  </a:lnTo>
                  <a:lnTo>
                    <a:pt x="0" y="738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15034416" y="3680840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1" y="0"/>
                  </a:lnTo>
                  <a:lnTo>
                    <a:pt x="739891" y="738042"/>
                  </a:lnTo>
                  <a:lnTo>
                    <a:pt x="0" y="738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15808229" y="3680840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1" y="0"/>
                  </a:lnTo>
                  <a:lnTo>
                    <a:pt x="739891" y="738042"/>
                  </a:lnTo>
                  <a:lnTo>
                    <a:pt x="0" y="738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12713565" y="4862847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1" y="0"/>
                  </a:lnTo>
                  <a:lnTo>
                    <a:pt x="739891" y="738042"/>
                  </a:lnTo>
                  <a:lnTo>
                    <a:pt x="0" y="738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13486201" y="4862847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2" y="0"/>
                  </a:lnTo>
                  <a:lnTo>
                    <a:pt x="739892" y="738042"/>
                  </a:lnTo>
                  <a:lnTo>
                    <a:pt x="0" y="738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14260014" y="4862847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2" y="0"/>
                  </a:lnTo>
                  <a:lnTo>
                    <a:pt x="739892" y="738042"/>
                  </a:lnTo>
                  <a:lnTo>
                    <a:pt x="0" y="738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15033827" y="4862847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2" y="0"/>
                  </a:lnTo>
                  <a:lnTo>
                    <a:pt x="739892" y="738042"/>
                  </a:lnTo>
                  <a:lnTo>
                    <a:pt x="0" y="738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15807640" y="4862847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2" y="0"/>
                  </a:lnTo>
                  <a:lnTo>
                    <a:pt x="739892" y="738042"/>
                  </a:lnTo>
                  <a:lnTo>
                    <a:pt x="0" y="738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12712977" y="6044855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1" y="0"/>
                  </a:lnTo>
                  <a:lnTo>
                    <a:pt x="739891" y="738041"/>
                  </a:lnTo>
                  <a:lnTo>
                    <a:pt x="0" y="738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13485613" y="6044855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1" y="0"/>
                  </a:lnTo>
                  <a:lnTo>
                    <a:pt x="739891" y="738041"/>
                  </a:lnTo>
                  <a:lnTo>
                    <a:pt x="0" y="738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14259426" y="6044855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1" y="0"/>
                  </a:lnTo>
                  <a:lnTo>
                    <a:pt x="739891" y="738041"/>
                  </a:lnTo>
                  <a:lnTo>
                    <a:pt x="0" y="738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15033239" y="6044855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1" y="0"/>
                  </a:lnTo>
                  <a:lnTo>
                    <a:pt x="739891" y="738041"/>
                  </a:lnTo>
                  <a:lnTo>
                    <a:pt x="0" y="738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15807052" y="6044855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1" y="0"/>
                  </a:lnTo>
                  <a:lnTo>
                    <a:pt x="739891" y="738041"/>
                  </a:lnTo>
                  <a:lnTo>
                    <a:pt x="0" y="738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12712388" y="7136558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2" y="0"/>
                  </a:lnTo>
                  <a:lnTo>
                    <a:pt x="739892" y="738041"/>
                  </a:lnTo>
                  <a:lnTo>
                    <a:pt x="0" y="738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13485024" y="7136558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2" y="0"/>
                  </a:lnTo>
                  <a:lnTo>
                    <a:pt x="739892" y="738041"/>
                  </a:lnTo>
                  <a:lnTo>
                    <a:pt x="0" y="738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14258837" y="7136558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2" y="0"/>
                  </a:lnTo>
                  <a:lnTo>
                    <a:pt x="739892" y="738041"/>
                  </a:lnTo>
                  <a:lnTo>
                    <a:pt x="0" y="738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15032650" y="7136558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2" y="0"/>
                  </a:lnTo>
                  <a:lnTo>
                    <a:pt x="739892" y="738041"/>
                  </a:lnTo>
                  <a:lnTo>
                    <a:pt x="0" y="738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15806463" y="7136558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2" y="0"/>
                  </a:lnTo>
                  <a:lnTo>
                    <a:pt x="739892" y="738041"/>
                  </a:lnTo>
                  <a:lnTo>
                    <a:pt x="0" y="738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68" id="68"/>
            <p:cNvSpPr/>
            <p:nvPr/>
          </p:nvSpPr>
          <p:spPr>
            <a:xfrm flipH="false" flipV="false" rot="5400000">
              <a:off x="11924680" y="4501921"/>
              <a:ext cx="974717" cy="310137"/>
            </a:xfrm>
            <a:custGeom>
              <a:avLst/>
              <a:gdLst/>
              <a:ahLst/>
              <a:cxnLst/>
              <a:rect r="r" b="b" t="t" l="l"/>
              <a:pathLst>
                <a:path h="310137" w="974717">
                  <a:moveTo>
                    <a:pt x="0" y="0"/>
                  </a:moveTo>
                  <a:lnTo>
                    <a:pt x="974717" y="0"/>
                  </a:lnTo>
                  <a:lnTo>
                    <a:pt x="974717" y="310138"/>
                  </a:lnTo>
                  <a:lnTo>
                    <a:pt x="0" y="3101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9" id="69"/>
            <p:cNvSpPr/>
            <p:nvPr/>
          </p:nvSpPr>
          <p:spPr>
            <a:xfrm flipH="false" flipV="false" rot="5400000">
              <a:off x="11924680" y="5683928"/>
              <a:ext cx="974717" cy="310137"/>
            </a:xfrm>
            <a:custGeom>
              <a:avLst/>
              <a:gdLst/>
              <a:ahLst/>
              <a:cxnLst/>
              <a:rect r="r" b="b" t="t" l="l"/>
              <a:pathLst>
                <a:path h="310137" w="974717">
                  <a:moveTo>
                    <a:pt x="0" y="0"/>
                  </a:moveTo>
                  <a:lnTo>
                    <a:pt x="974717" y="0"/>
                  </a:lnTo>
                  <a:lnTo>
                    <a:pt x="974717" y="310138"/>
                  </a:lnTo>
                  <a:lnTo>
                    <a:pt x="0" y="3101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0" id="70"/>
            <p:cNvSpPr/>
            <p:nvPr/>
          </p:nvSpPr>
          <p:spPr>
            <a:xfrm flipH="false" flipV="false" rot="5400000">
              <a:off x="11924680" y="6863151"/>
              <a:ext cx="974717" cy="310137"/>
            </a:xfrm>
            <a:custGeom>
              <a:avLst/>
              <a:gdLst/>
              <a:ahLst/>
              <a:cxnLst/>
              <a:rect r="r" b="b" t="t" l="l"/>
              <a:pathLst>
                <a:path h="310137" w="974717">
                  <a:moveTo>
                    <a:pt x="0" y="0"/>
                  </a:moveTo>
                  <a:lnTo>
                    <a:pt x="974717" y="0"/>
                  </a:lnTo>
                  <a:lnTo>
                    <a:pt x="974717" y="310138"/>
                  </a:lnTo>
                  <a:lnTo>
                    <a:pt x="0" y="3101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 rot="0">
              <a:off x="14988049" y="5722563"/>
              <a:ext cx="1640359" cy="245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95"/>
                </a:lnSpc>
              </a:pPr>
              <a:r>
                <a:rPr lang="en-US" sz="1257">
                  <a:solidFill>
                    <a:srgbClr val="5E9BC9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NÂO TROCA</a:t>
              </a:r>
            </a:p>
          </p:txBody>
        </p:sp>
        <p:sp>
          <p:nvSpPr>
            <p:cNvPr name="Freeform 72" id="72"/>
            <p:cNvSpPr/>
            <p:nvPr/>
          </p:nvSpPr>
          <p:spPr>
            <a:xfrm flipH="false" flipV="false" rot="0">
              <a:off x="6462156" y="2512043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2" y="0"/>
                  </a:lnTo>
                  <a:lnTo>
                    <a:pt x="739892" y="738041"/>
                  </a:lnTo>
                  <a:lnTo>
                    <a:pt x="0" y="738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7234792" y="2512043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2" y="0"/>
                  </a:lnTo>
                  <a:lnTo>
                    <a:pt x="739892" y="738041"/>
                  </a:lnTo>
                  <a:lnTo>
                    <a:pt x="0" y="738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8008605" y="2512043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2" y="0"/>
                  </a:lnTo>
                  <a:lnTo>
                    <a:pt x="739892" y="738041"/>
                  </a:lnTo>
                  <a:lnTo>
                    <a:pt x="0" y="738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8782418" y="2512043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2" y="0"/>
                  </a:lnTo>
                  <a:lnTo>
                    <a:pt x="739892" y="738041"/>
                  </a:lnTo>
                  <a:lnTo>
                    <a:pt x="0" y="738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9556231" y="2512043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2" y="0"/>
                  </a:lnTo>
                  <a:lnTo>
                    <a:pt x="739892" y="738041"/>
                  </a:lnTo>
                  <a:lnTo>
                    <a:pt x="0" y="738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77" id="77"/>
            <p:cNvSpPr/>
            <p:nvPr/>
          </p:nvSpPr>
          <p:spPr>
            <a:xfrm flipH="false" flipV="false" rot="0">
              <a:off x="6447867" y="3694050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2" y="0"/>
                  </a:lnTo>
                  <a:lnTo>
                    <a:pt x="739892" y="738041"/>
                  </a:lnTo>
                  <a:lnTo>
                    <a:pt x="0" y="738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7220504" y="3694050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1" y="0"/>
                  </a:lnTo>
                  <a:lnTo>
                    <a:pt x="739891" y="738041"/>
                  </a:lnTo>
                  <a:lnTo>
                    <a:pt x="0" y="738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7994317" y="3694050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1" y="0"/>
                  </a:lnTo>
                  <a:lnTo>
                    <a:pt x="739891" y="738041"/>
                  </a:lnTo>
                  <a:lnTo>
                    <a:pt x="0" y="738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8768130" y="3694050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1" y="0"/>
                  </a:lnTo>
                  <a:lnTo>
                    <a:pt x="739891" y="738041"/>
                  </a:lnTo>
                  <a:lnTo>
                    <a:pt x="0" y="738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9541943" y="3694050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1" y="0"/>
                  </a:lnTo>
                  <a:lnTo>
                    <a:pt x="739891" y="738041"/>
                  </a:lnTo>
                  <a:lnTo>
                    <a:pt x="0" y="738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7515796" y="3329248"/>
              <a:ext cx="889198" cy="317888"/>
            </a:xfrm>
            <a:custGeom>
              <a:avLst/>
              <a:gdLst/>
              <a:ahLst/>
              <a:cxnLst/>
              <a:rect r="r" b="b" t="t" l="l"/>
              <a:pathLst>
                <a:path h="317888" w="889198">
                  <a:moveTo>
                    <a:pt x="0" y="0"/>
                  </a:moveTo>
                  <a:lnTo>
                    <a:pt x="889198" y="0"/>
                  </a:lnTo>
                  <a:lnTo>
                    <a:pt x="889198" y="317888"/>
                  </a:lnTo>
                  <a:lnTo>
                    <a:pt x="0" y="317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3" id="83"/>
            <p:cNvSpPr/>
            <p:nvPr/>
          </p:nvSpPr>
          <p:spPr>
            <a:xfrm flipH="false" flipV="false" rot="0">
              <a:off x="6447279" y="4876057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1" y="0"/>
                  </a:lnTo>
                  <a:lnTo>
                    <a:pt x="739891" y="738041"/>
                  </a:lnTo>
                  <a:lnTo>
                    <a:pt x="0" y="738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7219915" y="4876057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2" y="0"/>
                  </a:lnTo>
                  <a:lnTo>
                    <a:pt x="739892" y="738041"/>
                  </a:lnTo>
                  <a:lnTo>
                    <a:pt x="0" y="738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7993728" y="4876057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2" y="0"/>
                  </a:lnTo>
                  <a:lnTo>
                    <a:pt x="739892" y="738041"/>
                  </a:lnTo>
                  <a:lnTo>
                    <a:pt x="0" y="738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Freeform 86" id="86"/>
            <p:cNvSpPr/>
            <p:nvPr/>
          </p:nvSpPr>
          <p:spPr>
            <a:xfrm flipH="false" flipV="false" rot="0">
              <a:off x="8767541" y="4876057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2" y="0"/>
                  </a:lnTo>
                  <a:lnTo>
                    <a:pt x="739892" y="738041"/>
                  </a:lnTo>
                  <a:lnTo>
                    <a:pt x="0" y="738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Freeform 87" id="87"/>
            <p:cNvSpPr/>
            <p:nvPr/>
          </p:nvSpPr>
          <p:spPr>
            <a:xfrm flipH="false" flipV="false" rot="0">
              <a:off x="9541354" y="4876057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2" y="0"/>
                  </a:lnTo>
                  <a:lnTo>
                    <a:pt x="739892" y="738041"/>
                  </a:lnTo>
                  <a:lnTo>
                    <a:pt x="0" y="738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6446691" y="6058064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1" y="0"/>
                  </a:lnTo>
                  <a:lnTo>
                    <a:pt x="739891" y="738041"/>
                  </a:lnTo>
                  <a:lnTo>
                    <a:pt x="0" y="738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89" id="89"/>
            <p:cNvSpPr/>
            <p:nvPr/>
          </p:nvSpPr>
          <p:spPr>
            <a:xfrm flipH="false" flipV="false" rot="0">
              <a:off x="7219327" y="6058064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1" y="0"/>
                  </a:lnTo>
                  <a:lnTo>
                    <a:pt x="739891" y="738041"/>
                  </a:lnTo>
                  <a:lnTo>
                    <a:pt x="0" y="738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7993140" y="6058064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1" y="0"/>
                  </a:lnTo>
                  <a:lnTo>
                    <a:pt x="739891" y="738041"/>
                  </a:lnTo>
                  <a:lnTo>
                    <a:pt x="0" y="738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8766953" y="6058064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1" y="0"/>
                  </a:lnTo>
                  <a:lnTo>
                    <a:pt x="739891" y="738041"/>
                  </a:lnTo>
                  <a:lnTo>
                    <a:pt x="0" y="738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Freeform 92" id="92"/>
            <p:cNvSpPr/>
            <p:nvPr/>
          </p:nvSpPr>
          <p:spPr>
            <a:xfrm flipH="false" flipV="false" rot="0">
              <a:off x="9540766" y="6058064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1" y="0"/>
                  </a:lnTo>
                  <a:lnTo>
                    <a:pt x="739891" y="738041"/>
                  </a:lnTo>
                  <a:lnTo>
                    <a:pt x="0" y="738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Freeform 93" id="93"/>
            <p:cNvSpPr/>
            <p:nvPr/>
          </p:nvSpPr>
          <p:spPr>
            <a:xfrm flipH="false" flipV="false" rot="0">
              <a:off x="6446102" y="7149767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2" y="0"/>
                  </a:lnTo>
                  <a:lnTo>
                    <a:pt x="739892" y="738041"/>
                  </a:lnTo>
                  <a:lnTo>
                    <a:pt x="0" y="738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7218738" y="7149767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2" y="0"/>
                  </a:lnTo>
                  <a:lnTo>
                    <a:pt x="739892" y="738041"/>
                  </a:lnTo>
                  <a:lnTo>
                    <a:pt x="0" y="738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95" id="95"/>
            <p:cNvSpPr/>
            <p:nvPr/>
          </p:nvSpPr>
          <p:spPr>
            <a:xfrm flipH="false" flipV="false" rot="0">
              <a:off x="7992551" y="7149767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2" y="0"/>
                  </a:lnTo>
                  <a:lnTo>
                    <a:pt x="739892" y="738041"/>
                  </a:lnTo>
                  <a:lnTo>
                    <a:pt x="0" y="738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96" id="96"/>
            <p:cNvSpPr/>
            <p:nvPr/>
          </p:nvSpPr>
          <p:spPr>
            <a:xfrm flipH="false" flipV="false" rot="0">
              <a:off x="8766364" y="7149767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2" y="0"/>
                  </a:lnTo>
                  <a:lnTo>
                    <a:pt x="739892" y="738041"/>
                  </a:lnTo>
                  <a:lnTo>
                    <a:pt x="0" y="738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9540177" y="7149767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2" y="0"/>
                  </a:lnTo>
                  <a:lnTo>
                    <a:pt x="739892" y="738041"/>
                  </a:lnTo>
                  <a:lnTo>
                    <a:pt x="0" y="738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98" id="98"/>
            <p:cNvSpPr/>
            <p:nvPr/>
          </p:nvSpPr>
          <p:spPr>
            <a:xfrm flipH="false" flipV="false" rot="5400000">
              <a:off x="5658394" y="3213353"/>
              <a:ext cx="974717" cy="310137"/>
            </a:xfrm>
            <a:custGeom>
              <a:avLst/>
              <a:gdLst/>
              <a:ahLst/>
              <a:cxnLst/>
              <a:rect r="r" b="b" t="t" l="l"/>
              <a:pathLst>
                <a:path h="310137" w="974717">
                  <a:moveTo>
                    <a:pt x="0" y="0"/>
                  </a:moveTo>
                  <a:lnTo>
                    <a:pt x="974717" y="0"/>
                  </a:lnTo>
                  <a:lnTo>
                    <a:pt x="974717" y="310138"/>
                  </a:lnTo>
                  <a:lnTo>
                    <a:pt x="0" y="3101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9" id="99"/>
            <p:cNvSpPr/>
            <p:nvPr/>
          </p:nvSpPr>
          <p:spPr>
            <a:xfrm flipH="false" flipV="false" rot="5400000">
              <a:off x="5658394" y="4515130"/>
              <a:ext cx="974717" cy="310137"/>
            </a:xfrm>
            <a:custGeom>
              <a:avLst/>
              <a:gdLst/>
              <a:ahLst/>
              <a:cxnLst/>
              <a:rect r="r" b="b" t="t" l="l"/>
              <a:pathLst>
                <a:path h="310137" w="974717">
                  <a:moveTo>
                    <a:pt x="0" y="0"/>
                  </a:moveTo>
                  <a:lnTo>
                    <a:pt x="974717" y="0"/>
                  </a:lnTo>
                  <a:lnTo>
                    <a:pt x="974717" y="310138"/>
                  </a:lnTo>
                  <a:lnTo>
                    <a:pt x="0" y="3101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0" id="100"/>
            <p:cNvSpPr/>
            <p:nvPr/>
          </p:nvSpPr>
          <p:spPr>
            <a:xfrm flipH="false" flipV="false" rot="5400000">
              <a:off x="5658394" y="5697138"/>
              <a:ext cx="974717" cy="310137"/>
            </a:xfrm>
            <a:custGeom>
              <a:avLst/>
              <a:gdLst/>
              <a:ahLst/>
              <a:cxnLst/>
              <a:rect r="r" b="b" t="t" l="l"/>
              <a:pathLst>
                <a:path h="310137" w="974717">
                  <a:moveTo>
                    <a:pt x="0" y="0"/>
                  </a:moveTo>
                  <a:lnTo>
                    <a:pt x="974717" y="0"/>
                  </a:lnTo>
                  <a:lnTo>
                    <a:pt x="974717" y="310137"/>
                  </a:lnTo>
                  <a:lnTo>
                    <a:pt x="0" y="3101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1" id="101"/>
            <p:cNvSpPr/>
            <p:nvPr/>
          </p:nvSpPr>
          <p:spPr>
            <a:xfrm flipH="false" flipV="false" rot="5400000">
              <a:off x="5658394" y="6876360"/>
              <a:ext cx="974717" cy="310137"/>
            </a:xfrm>
            <a:custGeom>
              <a:avLst/>
              <a:gdLst/>
              <a:ahLst/>
              <a:cxnLst/>
              <a:rect r="r" b="b" t="t" l="l"/>
              <a:pathLst>
                <a:path h="310137" w="974717">
                  <a:moveTo>
                    <a:pt x="0" y="0"/>
                  </a:moveTo>
                  <a:lnTo>
                    <a:pt x="974717" y="0"/>
                  </a:lnTo>
                  <a:lnTo>
                    <a:pt x="974717" y="310138"/>
                  </a:lnTo>
                  <a:lnTo>
                    <a:pt x="0" y="3101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 rot="0">
              <a:off x="8721763" y="5735772"/>
              <a:ext cx="1640359" cy="245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95"/>
                </a:lnSpc>
              </a:pPr>
              <a:r>
                <a:rPr lang="en-US" sz="1257">
                  <a:solidFill>
                    <a:srgbClr val="5E9BC9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NÂO TROCA</a:t>
              </a:r>
            </a:p>
          </p:txBody>
        </p:sp>
        <p:sp>
          <p:nvSpPr>
            <p:cNvPr name="TextBox 103" id="103"/>
            <p:cNvSpPr txBox="true"/>
            <p:nvPr/>
          </p:nvSpPr>
          <p:spPr>
            <a:xfrm rot="0">
              <a:off x="8525593" y="3336834"/>
              <a:ext cx="980663" cy="245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95"/>
                </a:lnSpc>
              </a:pPr>
              <a:r>
                <a:rPr lang="en-US" sz="1257">
                  <a:solidFill>
                    <a:srgbClr val="5E9BC9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TROCA</a:t>
              </a:r>
            </a:p>
          </p:txBody>
        </p:sp>
        <p:sp>
          <p:nvSpPr>
            <p:cNvPr name="TextBox 104" id="104"/>
            <p:cNvSpPr txBox="true"/>
            <p:nvPr/>
          </p:nvSpPr>
          <p:spPr>
            <a:xfrm rot="0">
              <a:off x="13404736" y="3377947"/>
              <a:ext cx="1640359" cy="245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95"/>
                </a:lnSpc>
              </a:pPr>
              <a:r>
                <a:rPr lang="en-US" sz="1257">
                  <a:solidFill>
                    <a:srgbClr val="5E9BC9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NÂO TROCA</a:t>
              </a:r>
            </a:p>
          </p:txBody>
        </p:sp>
        <p:sp>
          <p:nvSpPr>
            <p:cNvPr name="TextBox 105" id="105"/>
            <p:cNvSpPr txBox="true"/>
            <p:nvPr/>
          </p:nvSpPr>
          <p:spPr>
            <a:xfrm rot="0">
              <a:off x="14194603" y="4570867"/>
              <a:ext cx="1640359" cy="245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95"/>
                </a:lnSpc>
              </a:pPr>
              <a:r>
                <a:rPr lang="en-US" sz="1257">
                  <a:solidFill>
                    <a:srgbClr val="5E9BC9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NÂO TROCA</a:t>
              </a:r>
            </a:p>
          </p:txBody>
        </p:sp>
        <p:sp>
          <p:nvSpPr>
            <p:cNvPr name="TextBox 106" id="106"/>
            <p:cNvSpPr txBox="true"/>
            <p:nvPr/>
          </p:nvSpPr>
          <p:spPr>
            <a:xfrm rot="0">
              <a:off x="7946185" y="4587852"/>
              <a:ext cx="1640359" cy="245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95"/>
                </a:lnSpc>
              </a:pPr>
              <a:r>
                <a:rPr lang="en-US" sz="1257">
                  <a:solidFill>
                    <a:srgbClr val="5E9BC9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NÂO TROCA</a:t>
              </a:r>
            </a:p>
          </p:txBody>
        </p:sp>
        <p:sp>
          <p:nvSpPr>
            <p:cNvPr name="TextBox 107" id="107"/>
            <p:cNvSpPr txBox="true"/>
            <p:nvPr/>
          </p:nvSpPr>
          <p:spPr>
            <a:xfrm rot="0">
              <a:off x="6414613" y="2176408"/>
              <a:ext cx="1640359" cy="245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95"/>
                </a:lnSpc>
              </a:pPr>
              <a:r>
                <a:rPr lang="en-US" sz="1257">
                  <a:solidFill>
                    <a:srgbClr val="5E9BC9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NÂO TROCA</a:t>
              </a:r>
            </a:p>
          </p:txBody>
        </p:sp>
        <p:sp>
          <p:nvSpPr>
            <p:cNvPr name="Freeform 108" id="108"/>
            <p:cNvSpPr/>
            <p:nvPr/>
          </p:nvSpPr>
          <p:spPr>
            <a:xfrm flipH="false" flipV="false" rot="0">
              <a:off x="13485024" y="2498833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2" y="0"/>
                  </a:lnTo>
                  <a:lnTo>
                    <a:pt x="739892" y="738042"/>
                  </a:lnTo>
                  <a:lnTo>
                    <a:pt x="0" y="738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Freeform 109" id="109"/>
            <p:cNvSpPr/>
            <p:nvPr/>
          </p:nvSpPr>
          <p:spPr>
            <a:xfrm flipH="false" flipV="false" rot="5400000">
              <a:off x="11908626" y="3200144"/>
              <a:ext cx="974717" cy="310137"/>
            </a:xfrm>
            <a:custGeom>
              <a:avLst/>
              <a:gdLst/>
              <a:ahLst/>
              <a:cxnLst/>
              <a:rect r="r" b="b" t="t" l="l"/>
              <a:pathLst>
                <a:path h="310137" w="974717">
                  <a:moveTo>
                    <a:pt x="0" y="0"/>
                  </a:moveTo>
                  <a:lnTo>
                    <a:pt x="974717" y="0"/>
                  </a:lnTo>
                  <a:lnTo>
                    <a:pt x="974717" y="310137"/>
                  </a:lnTo>
                  <a:lnTo>
                    <a:pt x="0" y="3101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 rot="0">
              <a:off x="12632100" y="2175774"/>
              <a:ext cx="1640359" cy="245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95"/>
                </a:lnSpc>
              </a:pPr>
              <a:r>
                <a:rPr lang="en-US" sz="1257">
                  <a:solidFill>
                    <a:srgbClr val="5E9BC9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NÂO TROCA</a:t>
              </a:r>
            </a:p>
          </p:txBody>
        </p:sp>
        <p:sp>
          <p:nvSpPr>
            <p:cNvPr name="Freeform 111" id="111"/>
            <p:cNvSpPr/>
            <p:nvPr/>
          </p:nvSpPr>
          <p:spPr>
            <a:xfrm flipH="false" flipV="false" rot="0">
              <a:off x="455418" y="7136558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1" y="0"/>
                  </a:lnTo>
                  <a:lnTo>
                    <a:pt x="739891" y="738041"/>
                  </a:lnTo>
                  <a:lnTo>
                    <a:pt x="0" y="738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1228054" y="7136558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2" y="0"/>
                  </a:lnTo>
                  <a:lnTo>
                    <a:pt x="739892" y="738041"/>
                  </a:lnTo>
                  <a:lnTo>
                    <a:pt x="0" y="738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113" id="113"/>
            <p:cNvSpPr/>
            <p:nvPr/>
          </p:nvSpPr>
          <p:spPr>
            <a:xfrm flipH="false" flipV="false" rot="0">
              <a:off x="2001867" y="7136558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2" y="0"/>
                  </a:lnTo>
                  <a:lnTo>
                    <a:pt x="739892" y="738041"/>
                  </a:lnTo>
                  <a:lnTo>
                    <a:pt x="0" y="738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114" id="114"/>
            <p:cNvSpPr/>
            <p:nvPr/>
          </p:nvSpPr>
          <p:spPr>
            <a:xfrm flipH="false" flipV="false" rot="0">
              <a:off x="2775680" y="7136558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2" y="0"/>
                  </a:lnTo>
                  <a:lnTo>
                    <a:pt x="739892" y="738041"/>
                  </a:lnTo>
                  <a:lnTo>
                    <a:pt x="0" y="738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3549493" y="7136558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2" y="0"/>
                  </a:lnTo>
                  <a:lnTo>
                    <a:pt x="739892" y="738041"/>
                  </a:lnTo>
                  <a:lnTo>
                    <a:pt x="0" y="738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116" id="116"/>
            <p:cNvSpPr/>
            <p:nvPr/>
          </p:nvSpPr>
          <p:spPr>
            <a:xfrm flipH="false" flipV="false" rot="5400000">
              <a:off x="-332290" y="3200144"/>
              <a:ext cx="974717" cy="310137"/>
            </a:xfrm>
            <a:custGeom>
              <a:avLst/>
              <a:gdLst/>
              <a:ahLst/>
              <a:cxnLst/>
              <a:rect r="r" b="b" t="t" l="l"/>
              <a:pathLst>
                <a:path h="310137" w="974717">
                  <a:moveTo>
                    <a:pt x="0" y="0"/>
                  </a:moveTo>
                  <a:lnTo>
                    <a:pt x="974717" y="0"/>
                  </a:lnTo>
                  <a:lnTo>
                    <a:pt x="974717" y="310137"/>
                  </a:lnTo>
                  <a:lnTo>
                    <a:pt x="0" y="3101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7" id="117"/>
            <p:cNvSpPr/>
            <p:nvPr/>
          </p:nvSpPr>
          <p:spPr>
            <a:xfrm flipH="false" flipV="false" rot="5400000">
              <a:off x="-332290" y="4501921"/>
              <a:ext cx="974717" cy="310137"/>
            </a:xfrm>
            <a:custGeom>
              <a:avLst/>
              <a:gdLst/>
              <a:ahLst/>
              <a:cxnLst/>
              <a:rect r="r" b="b" t="t" l="l"/>
              <a:pathLst>
                <a:path h="310137" w="974717">
                  <a:moveTo>
                    <a:pt x="0" y="0"/>
                  </a:moveTo>
                  <a:lnTo>
                    <a:pt x="974717" y="0"/>
                  </a:lnTo>
                  <a:lnTo>
                    <a:pt x="974717" y="310138"/>
                  </a:lnTo>
                  <a:lnTo>
                    <a:pt x="0" y="3101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8" id="118"/>
            <p:cNvSpPr/>
            <p:nvPr/>
          </p:nvSpPr>
          <p:spPr>
            <a:xfrm flipH="false" flipV="false" rot="5400000">
              <a:off x="-332290" y="5683928"/>
              <a:ext cx="974717" cy="310137"/>
            </a:xfrm>
            <a:custGeom>
              <a:avLst/>
              <a:gdLst/>
              <a:ahLst/>
              <a:cxnLst/>
              <a:rect r="r" b="b" t="t" l="l"/>
              <a:pathLst>
                <a:path h="310137" w="974717">
                  <a:moveTo>
                    <a:pt x="0" y="0"/>
                  </a:moveTo>
                  <a:lnTo>
                    <a:pt x="974717" y="0"/>
                  </a:lnTo>
                  <a:lnTo>
                    <a:pt x="974717" y="310138"/>
                  </a:lnTo>
                  <a:lnTo>
                    <a:pt x="0" y="3101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9" id="119"/>
            <p:cNvSpPr/>
            <p:nvPr/>
          </p:nvSpPr>
          <p:spPr>
            <a:xfrm flipH="false" flipV="false" rot="5400000">
              <a:off x="-332290" y="6863151"/>
              <a:ext cx="974717" cy="310137"/>
            </a:xfrm>
            <a:custGeom>
              <a:avLst/>
              <a:gdLst/>
              <a:ahLst/>
              <a:cxnLst/>
              <a:rect r="r" b="b" t="t" l="l"/>
              <a:pathLst>
                <a:path h="310137" w="974717">
                  <a:moveTo>
                    <a:pt x="0" y="0"/>
                  </a:moveTo>
                  <a:lnTo>
                    <a:pt x="974717" y="0"/>
                  </a:lnTo>
                  <a:lnTo>
                    <a:pt x="974717" y="310138"/>
                  </a:lnTo>
                  <a:lnTo>
                    <a:pt x="0" y="3101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0" id="120"/>
            <p:cNvSpPr/>
            <p:nvPr/>
          </p:nvSpPr>
          <p:spPr>
            <a:xfrm flipH="false" flipV="false" rot="0">
              <a:off x="14258837" y="2498833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2" y="0"/>
                  </a:lnTo>
                  <a:lnTo>
                    <a:pt x="739892" y="738042"/>
                  </a:lnTo>
                  <a:lnTo>
                    <a:pt x="0" y="738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15032650" y="2498833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2" y="0"/>
                  </a:lnTo>
                  <a:lnTo>
                    <a:pt x="739892" y="738042"/>
                  </a:lnTo>
                  <a:lnTo>
                    <a:pt x="0" y="738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122" id="122"/>
            <p:cNvSpPr/>
            <p:nvPr/>
          </p:nvSpPr>
          <p:spPr>
            <a:xfrm flipH="false" flipV="false" rot="0">
              <a:off x="15806463" y="2498833"/>
              <a:ext cx="739891" cy="738042"/>
            </a:xfrm>
            <a:custGeom>
              <a:avLst/>
              <a:gdLst/>
              <a:ahLst/>
              <a:cxnLst/>
              <a:rect r="r" b="b" t="t" l="l"/>
              <a:pathLst>
                <a:path h="738042" w="739891">
                  <a:moveTo>
                    <a:pt x="0" y="0"/>
                  </a:moveTo>
                  <a:lnTo>
                    <a:pt x="739892" y="0"/>
                  </a:lnTo>
                  <a:lnTo>
                    <a:pt x="739892" y="738042"/>
                  </a:lnTo>
                  <a:lnTo>
                    <a:pt x="0" y="738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AutoShape 123" id="123"/>
            <p:cNvSpPr/>
            <p:nvPr/>
          </p:nvSpPr>
          <p:spPr>
            <a:xfrm flipV="true">
              <a:off x="4289385" y="2116795"/>
              <a:ext cx="1025633" cy="5382494"/>
            </a:xfrm>
            <a:prstGeom prst="line">
              <a:avLst/>
            </a:prstGeom>
            <a:ln cap="flat" w="97490">
              <a:solidFill>
                <a:srgbClr val="92D8E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4" id="124"/>
            <p:cNvSpPr/>
            <p:nvPr/>
          </p:nvSpPr>
          <p:spPr>
            <a:xfrm flipV="true">
              <a:off x="5315018" y="1825127"/>
              <a:ext cx="3031426" cy="4105560"/>
            </a:xfrm>
            <a:prstGeom prst="line">
              <a:avLst/>
            </a:prstGeom>
            <a:ln cap="flat" w="97490">
              <a:solidFill>
                <a:srgbClr val="92D8E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5" id="125"/>
            <p:cNvSpPr/>
            <p:nvPr/>
          </p:nvSpPr>
          <p:spPr>
            <a:xfrm flipV="true">
              <a:off x="10244727" y="2136293"/>
              <a:ext cx="1025633" cy="5382494"/>
            </a:xfrm>
            <a:prstGeom prst="line">
              <a:avLst/>
            </a:prstGeom>
            <a:ln cap="flat" w="97490">
              <a:solidFill>
                <a:srgbClr val="92D8E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6" id="126"/>
            <p:cNvSpPr/>
            <p:nvPr/>
          </p:nvSpPr>
          <p:spPr>
            <a:xfrm flipV="true">
              <a:off x="11270360" y="1844625"/>
              <a:ext cx="3342369" cy="4105560"/>
            </a:xfrm>
            <a:prstGeom prst="line">
              <a:avLst/>
            </a:prstGeom>
            <a:ln cap="flat" w="97490">
              <a:solidFill>
                <a:srgbClr val="92D8E5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27" id="127"/>
            <p:cNvGrpSpPr/>
            <p:nvPr/>
          </p:nvGrpSpPr>
          <p:grpSpPr>
            <a:xfrm rot="0">
              <a:off x="8128877" y="1586359"/>
              <a:ext cx="435132" cy="380741"/>
              <a:chOff x="0" y="0"/>
              <a:chExt cx="812800" cy="711200"/>
            </a:xfrm>
          </p:grpSpPr>
          <p:sp>
            <p:nvSpPr>
              <p:cNvPr name="Freeform 128" id="128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92D8E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9" id="129"/>
              <p:cNvSpPr txBox="true"/>
              <p:nvPr/>
            </p:nvSpPr>
            <p:spPr>
              <a:xfrm>
                <a:off x="127000" y="50800"/>
                <a:ext cx="558800" cy="3302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7"/>
                  </a:lnSpc>
                </a:pPr>
              </a:p>
            </p:txBody>
          </p:sp>
        </p:grpSp>
        <p:grpSp>
          <p:nvGrpSpPr>
            <p:cNvPr name="Group 130" id="130"/>
            <p:cNvGrpSpPr/>
            <p:nvPr/>
          </p:nvGrpSpPr>
          <p:grpSpPr>
            <a:xfrm rot="0">
              <a:off x="14395751" y="1586359"/>
              <a:ext cx="435132" cy="380741"/>
              <a:chOff x="0" y="0"/>
              <a:chExt cx="812800" cy="711200"/>
            </a:xfrm>
          </p:grpSpPr>
          <p:sp>
            <p:nvSpPr>
              <p:cNvPr name="Freeform 131" id="131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92D8E5"/>
              </a:solidFill>
            </p:spPr>
          </p:sp>
          <p:sp>
            <p:nvSpPr>
              <p:cNvPr name="TextBox 132" id="132"/>
              <p:cNvSpPr txBox="true"/>
              <p:nvPr/>
            </p:nvSpPr>
            <p:spPr>
              <a:xfrm>
                <a:off x="127000" y="50800"/>
                <a:ext cx="558800" cy="3302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7"/>
                  </a:lnSpc>
                </a:pPr>
              </a:p>
            </p:txBody>
          </p:sp>
        </p:grpSp>
        <p:sp>
          <p:nvSpPr>
            <p:cNvPr name="TextBox 133" id="133"/>
            <p:cNvSpPr txBox="true"/>
            <p:nvPr/>
          </p:nvSpPr>
          <p:spPr>
            <a:xfrm rot="0">
              <a:off x="536960" y="2634311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5</a:t>
              </a:r>
            </a:p>
          </p:txBody>
        </p:sp>
        <p:sp>
          <p:nvSpPr>
            <p:cNvPr name="TextBox 134" id="134"/>
            <p:cNvSpPr txBox="true"/>
            <p:nvPr/>
          </p:nvSpPr>
          <p:spPr>
            <a:xfrm rot="0">
              <a:off x="1326239" y="2635214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1</a:t>
              </a:r>
            </a:p>
          </p:txBody>
        </p:sp>
        <p:sp>
          <p:nvSpPr>
            <p:cNvPr name="TextBox 135" id="135"/>
            <p:cNvSpPr txBox="true"/>
            <p:nvPr/>
          </p:nvSpPr>
          <p:spPr>
            <a:xfrm rot="0">
              <a:off x="2100988" y="2634311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4</a:t>
              </a:r>
            </a:p>
          </p:txBody>
        </p:sp>
        <p:sp>
          <p:nvSpPr>
            <p:cNvPr name="TextBox 136" id="136"/>
            <p:cNvSpPr txBox="true"/>
            <p:nvPr/>
          </p:nvSpPr>
          <p:spPr>
            <a:xfrm rot="0">
              <a:off x="2884550" y="2634311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2</a:t>
              </a:r>
            </a:p>
          </p:txBody>
        </p:sp>
        <p:sp>
          <p:nvSpPr>
            <p:cNvPr name="TextBox 137" id="137"/>
            <p:cNvSpPr txBox="true"/>
            <p:nvPr/>
          </p:nvSpPr>
          <p:spPr>
            <a:xfrm rot="0">
              <a:off x="3647089" y="2634311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8</a:t>
              </a:r>
            </a:p>
          </p:txBody>
        </p:sp>
        <p:sp>
          <p:nvSpPr>
            <p:cNvPr name="TextBox 138" id="138"/>
            <p:cNvSpPr txBox="true"/>
            <p:nvPr/>
          </p:nvSpPr>
          <p:spPr>
            <a:xfrm rot="0">
              <a:off x="15114193" y="3796143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5</a:t>
              </a:r>
            </a:p>
          </p:txBody>
        </p:sp>
        <p:sp>
          <p:nvSpPr>
            <p:cNvPr name="TextBox 139" id="139"/>
            <p:cNvSpPr txBox="true"/>
            <p:nvPr/>
          </p:nvSpPr>
          <p:spPr>
            <a:xfrm rot="0">
              <a:off x="12793930" y="3796143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1</a:t>
              </a:r>
            </a:p>
          </p:txBody>
        </p:sp>
        <p:sp>
          <p:nvSpPr>
            <p:cNvPr name="TextBox 140" id="140"/>
            <p:cNvSpPr txBox="true"/>
            <p:nvPr/>
          </p:nvSpPr>
          <p:spPr>
            <a:xfrm rot="0">
              <a:off x="14324326" y="3796143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4</a:t>
              </a:r>
            </a:p>
          </p:txBody>
        </p:sp>
        <p:sp>
          <p:nvSpPr>
            <p:cNvPr name="TextBox 141" id="141"/>
            <p:cNvSpPr txBox="true"/>
            <p:nvPr/>
          </p:nvSpPr>
          <p:spPr>
            <a:xfrm rot="0">
              <a:off x="13566567" y="3796143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2</a:t>
              </a:r>
            </a:p>
          </p:txBody>
        </p:sp>
        <p:sp>
          <p:nvSpPr>
            <p:cNvPr name="TextBox 142" id="142"/>
            <p:cNvSpPr txBox="true"/>
            <p:nvPr/>
          </p:nvSpPr>
          <p:spPr>
            <a:xfrm rot="0">
              <a:off x="15888006" y="3796143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8</a:t>
              </a:r>
            </a:p>
          </p:txBody>
        </p:sp>
        <p:sp>
          <p:nvSpPr>
            <p:cNvPr name="TextBox 143" id="143"/>
            <p:cNvSpPr txBox="true"/>
            <p:nvPr/>
          </p:nvSpPr>
          <p:spPr>
            <a:xfrm rot="0">
              <a:off x="503667" y="3815867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1</a:t>
              </a:r>
            </a:p>
          </p:txBody>
        </p:sp>
        <p:sp>
          <p:nvSpPr>
            <p:cNvPr name="TextBox 144" id="144"/>
            <p:cNvSpPr txBox="true"/>
            <p:nvPr/>
          </p:nvSpPr>
          <p:spPr>
            <a:xfrm rot="0">
              <a:off x="1292945" y="3816770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5</a:t>
              </a:r>
            </a:p>
          </p:txBody>
        </p:sp>
        <p:sp>
          <p:nvSpPr>
            <p:cNvPr name="TextBox 145" id="145"/>
            <p:cNvSpPr txBox="true"/>
            <p:nvPr/>
          </p:nvSpPr>
          <p:spPr>
            <a:xfrm rot="0">
              <a:off x="2067695" y="3815867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4</a:t>
              </a:r>
            </a:p>
          </p:txBody>
        </p:sp>
        <p:sp>
          <p:nvSpPr>
            <p:cNvPr name="TextBox 146" id="146"/>
            <p:cNvSpPr txBox="true"/>
            <p:nvPr/>
          </p:nvSpPr>
          <p:spPr>
            <a:xfrm rot="0">
              <a:off x="2851257" y="3815867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2</a:t>
              </a:r>
            </a:p>
          </p:txBody>
        </p:sp>
        <p:sp>
          <p:nvSpPr>
            <p:cNvPr name="TextBox 147" id="147"/>
            <p:cNvSpPr txBox="true"/>
            <p:nvPr/>
          </p:nvSpPr>
          <p:spPr>
            <a:xfrm rot="0">
              <a:off x="3613796" y="3815867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8</a:t>
              </a:r>
            </a:p>
          </p:txBody>
        </p:sp>
        <p:sp>
          <p:nvSpPr>
            <p:cNvPr name="TextBox 148" id="148"/>
            <p:cNvSpPr txBox="true"/>
            <p:nvPr/>
          </p:nvSpPr>
          <p:spPr>
            <a:xfrm rot="0">
              <a:off x="512630" y="4961498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1</a:t>
              </a:r>
            </a:p>
          </p:txBody>
        </p:sp>
        <p:sp>
          <p:nvSpPr>
            <p:cNvPr name="TextBox 149" id="149"/>
            <p:cNvSpPr txBox="true"/>
            <p:nvPr/>
          </p:nvSpPr>
          <p:spPr>
            <a:xfrm rot="0">
              <a:off x="1301909" y="4962400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4</a:t>
              </a:r>
            </a:p>
          </p:txBody>
        </p:sp>
        <p:sp>
          <p:nvSpPr>
            <p:cNvPr name="TextBox 150" id="150"/>
            <p:cNvSpPr txBox="true"/>
            <p:nvPr/>
          </p:nvSpPr>
          <p:spPr>
            <a:xfrm rot="0">
              <a:off x="2076658" y="4961498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5</a:t>
              </a:r>
            </a:p>
          </p:txBody>
        </p:sp>
        <p:sp>
          <p:nvSpPr>
            <p:cNvPr name="TextBox 151" id="151"/>
            <p:cNvSpPr txBox="true"/>
            <p:nvPr/>
          </p:nvSpPr>
          <p:spPr>
            <a:xfrm rot="0">
              <a:off x="2860220" y="4961498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2</a:t>
              </a:r>
            </a:p>
          </p:txBody>
        </p:sp>
        <p:sp>
          <p:nvSpPr>
            <p:cNvPr name="TextBox 152" id="152"/>
            <p:cNvSpPr txBox="true"/>
            <p:nvPr/>
          </p:nvSpPr>
          <p:spPr>
            <a:xfrm rot="0">
              <a:off x="3622759" y="4961498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8</a:t>
              </a:r>
            </a:p>
          </p:txBody>
        </p:sp>
        <p:sp>
          <p:nvSpPr>
            <p:cNvPr name="TextBox 153" id="153"/>
            <p:cNvSpPr txBox="true"/>
            <p:nvPr/>
          </p:nvSpPr>
          <p:spPr>
            <a:xfrm rot="0">
              <a:off x="503667" y="6179881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1</a:t>
              </a:r>
            </a:p>
          </p:txBody>
        </p:sp>
        <p:sp>
          <p:nvSpPr>
            <p:cNvPr name="TextBox 154" id="154"/>
            <p:cNvSpPr txBox="true"/>
            <p:nvPr/>
          </p:nvSpPr>
          <p:spPr>
            <a:xfrm rot="0">
              <a:off x="1292945" y="6180784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4</a:t>
              </a:r>
            </a:p>
          </p:txBody>
        </p:sp>
        <p:sp>
          <p:nvSpPr>
            <p:cNvPr name="TextBox 155" id="155"/>
            <p:cNvSpPr txBox="true"/>
            <p:nvPr/>
          </p:nvSpPr>
          <p:spPr>
            <a:xfrm rot="0">
              <a:off x="2067695" y="6179881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2</a:t>
              </a:r>
            </a:p>
          </p:txBody>
        </p:sp>
        <p:sp>
          <p:nvSpPr>
            <p:cNvPr name="TextBox 156" id="156"/>
            <p:cNvSpPr txBox="true"/>
            <p:nvPr/>
          </p:nvSpPr>
          <p:spPr>
            <a:xfrm rot="0">
              <a:off x="2851257" y="6179881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5</a:t>
              </a:r>
            </a:p>
          </p:txBody>
        </p:sp>
        <p:sp>
          <p:nvSpPr>
            <p:cNvPr name="TextBox 157" id="157"/>
            <p:cNvSpPr txBox="true"/>
            <p:nvPr/>
          </p:nvSpPr>
          <p:spPr>
            <a:xfrm rot="0">
              <a:off x="3613796" y="6179881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8</a:t>
              </a:r>
            </a:p>
          </p:txBody>
        </p:sp>
        <p:sp>
          <p:nvSpPr>
            <p:cNvPr name="TextBox 158" id="158"/>
            <p:cNvSpPr txBox="true"/>
            <p:nvPr/>
          </p:nvSpPr>
          <p:spPr>
            <a:xfrm rot="0">
              <a:off x="15097550" y="2647521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5</a:t>
              </a:r>
            </a:p>
          </p:txBody>
        </p:sp>
        <p:sp>
          <p:nvSpPr>
            <p:cNvPr name="TextBox 159" id="159"/>
            <p:cNvSpPr txBox="true"/>
            <p:nvPr/>
          </p:nvSpPr>
          <p:spPr>
            <a:xfrm rot="0">
              <a:off x="12777288" y="2647521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1</a:t>
              </a:r>
            </a:p>
          </p:txBody>
        </p:sp>
        <p:sp>
          <p:nvSpPr>
            <p:cNvPr name="TextBox 160" id="160"/>
            <p:cNvSpPr txBox="true"/>
            <p:nvPr/>
          </p:nvSpPr>
          <p:spPr>
            <a:xfrm rot="0">
              <a:off x="14307683" y="2647521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4</a:t>
              </a:r>
            </a:p>
          </p:txBody>
        </p:sp>
        <p:sp>
          <p:nvSpPr>
            <p:cNvPr name="TextBox 161" id="161"/>
            <p:cNvSpPr txBox="true"/>
            <p:nvPr/>
          </p:nvSpPr>
          <p:spPr>
            <a:xfrm rot="0">
              <a:off x="13549924" y="2647521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2</a:t>
              </a:r>
            </a:p>
          </p:txBody>
        </p:sp>
        <p:sp>
          <p:nvSpPr>
            <p:cNvPr name="TextBox 162" id="162"/>
            <p:cNvSpPr txBox="true"/>
            <p:nvPr/>
          </p:nvSpPr>
          <p:spPr>
            <a:xfrm rot="0">
              <a:off x="15871363" y="2647521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8</a:t>
              </a:r>
            </a:p>
          </p:txBody>
        </p:sp>
        <p:sp>
          <p:nvSpPr>
            <p:cNvPr name="TextBox 163" id="163"/>
            <p:cNvSpPr txBox="true"/>
            <p:nvPr/>
          </p:nvSpPr>
          <p:spPr>
            <a:xfrm rot="0">
              <a:off x="544399" y="7259927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1</a:t>
              </a:r>
            </a:p>
          </p:txBody>
        </p:sp>
        <p:sp>
          <p:nvSpPr>
            <p:cNvPr name="TextBox 164" id="164"/>
            <p:cNvSpPr txBox="true"/>
            <p:nvPr/>
          </p:nvSpPr>
          <p:spPr>
            <a:xfrm rot="0">
              <a:off x="1333677" y="7260829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4</a:t>
              </a:r>
            </a:p>
          </p:txBody>
        </p:sp>
        <p:sp>
          <p:nvSpPr>
            <p:cNvPr name="TextBox 165" id="165"/>
            <p:cNvSpPr txBox="true"/>
            <p:nvPr/>
          </p:nvSpPr>
          <p:spPr>
            <a:xfrm rot="0">
              <a:off x="2108427" y="7259927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2</a:t>
              </a:r>
            </a:p>
          </p:txBody>
        </p:sp>
        <p:sp>
          <p:nvSpPr>
            <p:cNvPr name="TextBox 166" id="166"/>
            <p:cNvSpPr txBox="true"/>
            <p:nvPr/>
          </p:nvSpPr>
          <p:spPr>
            <a:xfrm rot="0">
              <a:off x="2891989" y="7259927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5</a:t>
              </a:r>
            </a:p>
          </p:txBody>
        </p:sp>
        <p:sp>
          <p:nvSpPr>
            <p:cNvPr name="TextBox 167" id="167"/>
            <p:cNvSpPr txBox="true"/>
            <p:nvPr/>
          </p:nvSpPr>
          <p:spPr>
            <a:xfrm rot="0">
              <a:off x="3654528" y="7259927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8</a:t>
              </a:r>
            </a:p>
          </p:txBody>
        </p:sp>
        <p:sp>
          <p:nvSpPr>
            <p:cNvPr name="TextBox 168" id="168"/>
            <p:cNvSpPr txBox="true"/>
            <p:nvPr/>
          </p:nvSpPr>
          <p:spPr>
            <a:xfrm rot="0">
              <a:off x="15114193" y="5011535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5</a:t>
              </a:r>
            </a:p>
          </p:txBody>
        </p:sp>
        <p:sp>
          <p:nvSpPr>
            <p:cNvPr name="TextBox 169" id="169"/>
            <p:cNvSpPr txBox="true"/>
            <p:nvPr/>
          </p:nvSpPr>
          <p:spPr>
            <a:xfrm rot="0">
              <a:off x="12793930" y="5011535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1</a:t>
              </a:r>
            </a:p>
          </p:txBody>
        </p:sp>
        <p:sp>
          <p:nvSpPr>
            <p:cNvPr name="TextBox 170" id="170"/>
            <p:cNvSpPr txBox="true"/>
            <p:nvPr/>
          </p:nvSpPr>
          <p:spPr>
            <a:xfrm rot="0">
              <a:off x="14324326" y="5011535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4</a:t>
              </a:r>
            </a:p>
          </p:txBody>
        </p:sp>
        <p:sp>
          <p:nvSpPr>
            <p:cNvPr name="TextBox 171" id="171"/>
            <p:cNvSpPr txBox="true"/>
            <p:nvPr/>
          </p:nvSpPr>
          <p:spPr>
            <a:xfrm rot="0">
              <a:off x="13566567" y="5011535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2</a:t>
              </a:r>
            </a:p>
          </p:txBody>
        </p:sp>
        <p:sp>
          <p:nvSpPr>
            <p:cNvPr name="TextBox 172" id="172"/>
            <p:cNvSpPr txBox="true"/>
            <p:nvPr/>
          </p:nvSpPr>
          <p:spPr>
            <a:xfrm rot="0">
              <a:off x="15888006" y="5011535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8</a:t>
              </a:r>
            </a:p>
          </p:txBody>
        </p:sp>
        <p:sp>
          <p:nvSpPr>
            <p:cNvPr name="TextBox 173" id="173"/>
            <p:cNvSpPr txBox="true"/>
            <p:nvPr/>
          </p:nvSpPr>
          <p:spPr>
            <a:xfrm rot="0">
              <a:off x="15097550" y="6193542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5</a:t>
              </a:r>
            </a:p>
          </p:txBody>
        </p:sp>
        <p:sp>
          <p:nvSpPr>
            <p:cNvPr name="TextBox 174" id="174"/>
            <p:cNvSpPr txBox="true"/>
            <p:nvPr/>
          </p:nvSpPr>
          <p:spPr>
            <a:xfrm rot="0">
              <a:off x="12777288" y="6193542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1</a:t>
              </a:r>
            </a:p>
          </p:txBody>
        </p:sp>
        <p:sp>
          <p:nvSpPr>
            <p:cNvPr name="TextBox 175" id="175"/>
            <p:cNvSpPr txBox="true"/>
            <p:nvPr/>
          </p:nvSpPr>
          <p:spPr>
            <a:xfrm rot="0">
              <a:off x="14307683" y="6193542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4</a:t>
              </a:r>
            </a:p>
          </p:txBody>
        </p:sp>
        <p:sp>
          <p:nvSpPr>
            <p:cNvPr name="TextBox 176" id="176"/>
            <p:cNvSpPr txBox="true"/>
            <p:nvPr/>
          </p:nvSpPr>
          <p:spPr>
            <a:xfrm rot="0">
              <a:off x="13549924" y="6193542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2</a:t>
              </a:r>
            </a:p>
          </p:txBody>
        </p:sp>
        <p:sp>
          <p:nvSpPr>
            <p:cNvPr name="TextBox 177" id="177"/>
            <p:cNvSpPr txBox="true"/>
            <p:nvPr/>
          </p:nvSpPr>
          <p:spPr>
            <a:xfrm rot="0">
              <a:off x="15871363" y="6193542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8</a:t>
              </a:r>
            </a:p>
          </p:txBody>
        </p:sp>
        <p:sp>
          <p:nvSpPr>
            <p:cNvPr name="TextBox 178" id="178"/>
            <p:cNvSpPr txBox="true"/>
            <p:nvPr/>
          </p:nvSpPr>
          <p:spPr>
            <a:xfrm rot="0">
              <a:off x="15114193" y="7260829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5</a:t>
              </a:r>
            </a:p>
          </p:txBody>
        </p:sp>
        <p:sp>
          <p:nvSpPr>
            <p:cNvPr name="TextBox 179" id="179"/>
            <p:cNvSpPr txBox="true"/>
            <p:nvPr/>
          </p:nvSpPr>
          <p:spPr>
            <a:xfrm rot="0">
              <a:off x="12793930" y="7260829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1</a:t>
              </a:r>
            </a:p>
          </p:txBody>
        </p:sp>
        <p:sp>
          <p:nvSpPr>
            <p:cNvPr name="TextBox 180" id="180"/>
            <p:cNvSpPr txBox="true"/>
            <p:nvPr/>
          </p:nvSpPr>
          <p:spPr>
            <a:xfrm rot="0">
              <a:off x="14324326" y="7260829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4</a:t>
              </a:r>
            </a:p>
          </p:txBody>
        </p:sp>
        <p:sp>
          <p:nvSpPr>
            <p:cNvPr name="TextBox 181" id="181"/>
            <p:cNvSpPr txBox="true"/>
            <p:nvPr/>
          </p:nvSpPr>
          <p:spPr>
            <a:xfrm rot="0">
              <a:off x="13566567" y="7260829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2</a:t>
              </a:r>
            </a:p>
          </p:txBody>
        </p:sp>
        <p:sp>
          <p:nvSpPr>
            <p:cNvPr name="TextBox 182" id="182"/>
            <p:cNvSpPr txBox="true"/>
            <p:nvPr/>
          </p:nvSpPr>
          <p:spPr>
            <a:xfrm rot="0">
              <a:off x="15888006" y="7260829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8</a:t>
              </a:r>
            </a:p>
          </p:txBody>
        </p:sp>
        <p:sp>
          <p:nvSpPr>
            <p:cNvPr name="TextBox 183" id="183"/>
            <p:cNvSpPr txBox="true"/>
            <p:nvPr/>
          </p:nvSpPr>
          <p:spPr>
            <a:xfrm rot="0">
              <a:off x="6508995" y="2633409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1</a:t>
              </a:r>
            </a:p>
          </p:txBody>
        </p:sp>
        <p:sp>
          <p:nvSpPr>
            <p:cNvPr name="TextBox 184" id="184"/>
            <p:cNvSpPr txBox="true"/>
            <p:nvPr/>
          </p:nvSpPr>
          <p:spPr>
            <a:xfrm rot="0">
              <a:off x="7298274" y="2634311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4</a:t>
              </a:r>
            </a:p>
          </p:txBody>
        </p:sp>
        <p:sp>
          <p:nvSpPr>
            <p:cNvPr name="TextBox 185" id="185"/>
            <p:cNvSpPr txBox="true"/>
            <p:nvPr/>
          </p:nvSpPr>
          <p:spPr>
            <a:xfrm rot="0">
              <a:off x="8073023" y="2633409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2</a:t>
              </a:r>
            </a:p>
          </p:txBody>
        </p:sp>
        <p:sp>
          <p:nvSpPr>
            <p:cNvPr name="TextBox 186" id="186"/>
            <p:cNvSpPr txBox="true"/>
            <p:nvPr/>
          </p:nvSpPr>
          <p:spPr>
            <a:xfrm rot="0">
              <a:off x="8856585" y="2633409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5</a:t>
              </a:r>
            </a:p>
          </p:txBody>
        </p:sp>
        <p:sp>
          <p:nvSpPr>
            <p:cNvPr name="TextBox 187" id="187"/>
            <p:cNvSpPr txBox="true"/>
            <p:nvPr/>
          </p:nvSpPr>
          <p:spPr>
            <a:xfrm rot="0">
              <a:off x="9619125" y="2633409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8</a:t>
              </a:r>
            </a:p>
          </p:txBody>
        </p:sp>
        <p:sp>
          <p:nvSpPr>
            <p:cNvPr name="TextBox 188" id="188"/>
            <p:cNvSpPr txBox="true"/>
            <p:nvPr/>
          </p:nvSpPr>
          <p:spPr>
            <a:xfrm rot="0">
              <a:off x="6508995" y="3814965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1</a:t>
              </a:r>
            </a:p>
          </p:txBody>
        </p:sp>
        <p:sp>
          <p:nvSpPr>
            <p:cNvPr name="TextBox 189" id="189"/>
            <p:cNvSpPr txBox="true"/>
            <p:nvPr/>
          </p:nvSpPr>
          <p:spPr>
            <a:xfrm rot="0">
              <a:off x="7298274" y="3815867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4</a:t>
              </a:r>
            </a:p>
          </p:txBody>
        </p:sp>
        <p:sp>
          <p:nvSpPr>
            <p:cNvPr name="TextBox 190" id="190"/>
            <p:cNvSpPr txBox="true"/>
            <p:nvPr/>
          </p:nvSpPr>
          <p:spPr>
            <a:xfrm rot="0">
              <a:off x="8073023" y="3814965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2</a:t>
              </a:r>
            </a:p>
          </p:txBody>
        </p:sp>
        <p:sp>
          <p:nvSpPr>
            <p:cNvPr name="TextBox 191" id="191"/>
            <p:cNvSpPr txBox="true"/>
            <p:nvPr/>
          </p:nvSpPr>
          <p:spPr>
            <a:xfrm rot="0">
              <a:off x="8856585" y="3814965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5</a:t>
              </a:r>
            </a:p>
          </p:txBody>
        </p:sp>
        <p:sp>
          <p:nvSpPr>
            <p:cNvPr name="TextBox 192" id="192"/>
            <p:cNvSpPr txBox="true"/>
            <p:nvPr/>
          </p:nvSpPr>
          <p:spPr>
            <a:xfrm rot="0">
              <a:off x="9619125" y="3814965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8</a:t>
              </a:r>
            </a:p>
          </p:txBody>
        </p:sp>
        <p:sp>
          <p:nvSpPr>
            <p:cNvPr name="TextBox 193" id="193"/>
            <p:cNvSpPr txBox="true"/>
            <p:nvPr/>
          </p:nvSpPr>
          <p:spPr>
            <a:xfrm rot="0">
              <a:off x="6479748" y="5011535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1</a:t>
              </a:r>
            </a:p>
          </p:txBody>
        </p:sp>
        <p:sp>
          <p:nvSpPr>
            <p:cNvPr name="TextBox 194" id="194"/>
            <p:cNvSpPr txBox="true"/>
            <p:nvPr/>
          </p:nvSpPr>
          <p:spPr>
            <a:xfrm rot="0">
              <a:off x="7269027" y="5012437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2</a:t>
              </a:r>
            </a:p>
          </p:txBody>
        </p:sp>
        <p:sp>
          <p:nvSpPr>
            <p:cNvPr name="TextBox 195" id="195"/>
            <p:cNvSpPr txBox="true"/>
            <p:nvPr/>
          </p:nvSpPr>
          <p:spPr>
            <a:xfrm rot="0">
              <a:off x="8043776" y="5011535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4</a:t>
              </a:r>
            </a:p>
          </p:txBody>
        </p:sp>
        <p:sp>
          <p:nvSpPr>
            <p:cNvPr name="TextBox 196" id="196"/>
            <p:cNvSpPr txBox="true"/>
            <p:nvPr/>
          </p:nvSpPr>
          <p:spPr>
            <a:xfrm rot="0">
              <a:off x="8827338" y="5011535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5</a:t>
              </a:r>
            </a:p>
          </p:txBody>
        </p:sp>
        <p:sp>
          <p:nvSpPr>
            <p:cNvPr name="TextBox 197" id="197"/>
            <p:cNvSpPr txBox="true"/>
            <p:nvPr/>
          </p:nvSpPr>
          <p:spPr>
            <a:xfrm rot="0">
              <a:off x="9589878" y="5011535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8</a:t>
              </a:r>
            </a:p>
          </p:txBody>
        </p:sp>
        <p:sp>
          <p:nvSpPr>
            <p:cNvPr name="TextBox 198" id="198"/>
            <p:cNvSpPr txBox="true"/>
            <p:nvPr/>
          </p:nvSpPr>
          <p:spPr>
            <a:xfrm rot="0">
              <a:off x="8845312" y="7260829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5</a:t>
              </a:r>
            </a:p>
          </p:txBody>
        </p:sp>
        <p:sp>
          <p:nvSpPr>
            <p:cNvPr name="TextBox 199" id="199"/>
            <p:cNvSpPr txBox="true"/>
            <p:nvPr/>
          </p:nvSpPr>
          <p:spPr>
            <a:xfrm rot="0">
              <a:off x="6525049" y="7260829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1</a:t>
              </a:r>
            </a:p>
          </p:txBody>
        </p:sp>
        <p:sp>
          <p:nvSpPr>
            <p:cNvPr name="TextBox 200" id="200"/>
            <p:cNvSpPr txBox="true"/>
            <p:nvPr/>
          </p:nvSpPr>
          <p:spPr>
            <a:xfrm rot="0">
              <a:off x="8055445" y="7260829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4</a:t>
              </a:r>
            </a:p>
          </p:txBody>
        </p:sp>
        <p:sp>
          <p:nvSpPr>
            <p:cNvPr name="TextBox 201" id="201"/>
            <p:cNvSpPr txBox="true"/>
            <p:nvPr/>
          </p:nvSpPr>
          <p:spPr>
            <a:xfrm rot="0">
              <a:off x="7297686" y="7260829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2</a:t>
              </a:r>
            </a:p>
          </p:txBody>
        </p:sp>
        <p:sp>
          <p:nvSpPr>
            <p:cNvPr name="TextBox 202" id="202"/>
            <p:cNvSpPr txBox="true"/>
            <p:nvPr/>
          </p:nvSpPr>
          <p:spPr>
            <a:xfrm rot="0">
              <a:off x="9619125" y="7260829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8</a:t>
              </a:r>
            </a:p>
          </p:txBody>
        </p:sp>
        <p:sp>
          <p:nvSpPr>
            <p:cNvPr name="TextBox 203" id="203"/>
            <p:cNvSpPr txBox="true"/>
            <p:nvPr/>
          </p:nvSpPr>
          <p:spPr>
            <a:xfrm rot="0">
              <a:off x="6479748" y="6192639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1</a:t>
              </a:r>
            </a:p>
          </p:txBody>
        </p:sp>
        <p:sp>
          <p:nvSpPr>
            <p:cNvPr name="TextBox 204" id="204"/>
            <p:cNvSpPr txBox="true"/>
            <p:nvPr/>
          </p:nvSpPr>
          <p:spPr>
            <a:xfrm rot="0">
              <a:off x="7269027" y="6193542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2</a:t>
              </a:r>
            </a:p>
          </p:txBody>
        </p:sp>
        <p:sp>
          <p:nvSpPr>
            <p:cNvPr name="TextBox 205" id="205"/>
            <p:cNvSpPr txBox="true"/>
            <p:nvPr/>
          </p:nvSpPr>
          <p:spPr>
            <a:xfrm rot="0">
              <a:off x="8043776" y="6192639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4</a:t>
              </a:r>
            </a:p>
          </p:txBody>
        </p:sp>
        <p:sp>
          <p:nvSpPr>
            <p:cNvPr name="TextBox 206" id="206"/>
            <p:cNvSpPr txBox="true"/>
            <p:nvPr/>
          </p:nvSpPr>
          <p:spPr>
            <a:xfrm rot="0">
              <a:off x="8827338" y="6192639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5</a:t>
              </a:r>
            </a:p>
          </p:txBody>
        </p:sp>
        <p:sp>
          <p:nvSpPr>
            <p:cNvPr name="TextBox 207" id="207"/>
            <p:cNvSpPr txBox="true"/>
            <p:nvPr/>
          </p:nvSpPr>
          <p:spPr>
            <a:xfrm rot="0">
              <a:off x="9589878" y="6192639"/>
              <a:ext cx="576807" cy="49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3"/>
                </a:lnSpc>
              </a:pPr>
              <a:r>
                <a:rPr lang="en-US" sz="2588">
                  <a:solidFill>
                    <a:srgbClr val="165A8D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8</a:t>
              </a:r>
            </a:p>
          </p:txBody>
        </p:sp>
        <p:sp>
          <p:nvSpPr>
            <p:cNvPr name="TextBox 208" id="208"/>
            <p:cNvSpPr txBox="true"/>
            <p:nvPr/>
          </p:nvSpPr>
          <p:spPr>
            <a:xfrm rot="0">
              <a:off x="5831483" y="19050"/>
              <a:ext cx="4087196" cy="476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74"/>
                </a:lnSpc>
              </a:pPr>
              <a:r>
                <a:rPr lang="en-US" sz="2499">
                  <a:solidFill>
                    <a:srgbClr val="5E9BC9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2ª  Varredura</a:t>
              </a:r>
            </a:p>
          </p:txBody>
        </p:sp>
        <p:sp>
          <p:nvSpPr>
            <p:cNvPr name="TextBox 209" id="209"/>
            <p:cNvSpPr txBox="true"/>
            <p:nvPr/>
          </p:nvSpPr>
          <p:spPr>
            <a:xfrm rot="0">
              <a:off x="11408682" y="29593"/>
              <a:ext cx="4087196" cy="476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74"/>
                </a:lnSpc>
              </a:pPr>
              <a:r>
                <a:rPr lang="en-US" sz="2499">
                  <a:solidFill>
                    <a:srgbClr val="5E9BC9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3ª  Varredura</a:t>
              </a:r>
            </a:p>
          </p:txBody>
        </p:sp>
        <p:sp>
          <p:nvSpPr>
            <p:cNvPr name="TextBox 210" id="210"/>
            <p:cNvSpPr txBox="true"/>
            <p:nvPr/>
          </p:nvSpPr>
          <p:spPr>
            <a:xfrm rot="0">
              <a:off x="344269" y="19050"/>
              <a:ext cx="4087196" cy="476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74"/>
                </a:lnSpc>
              </a:pPr>
              <a:r>
                <a:rPr lang="en-US" sz="2499">
                  <a:solidFill>
                    <a:srgbClr val="5E9BC9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1ª Varredura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529203">
            <a:off x="-3087948" y="-940279"/>
            <a:ext cx="11710784" cy="11710784"/>
          </a:xfrm>
          <a:custGeom>
            <a:avLst/>
            <a:gdLst/>
            <a:ahLst/>
            <a:cxnLst/>
            <a:rect r="r" b="b" t="t" l="l"/>
            <a:pathLst>
              <a:path h="11710784" w="11710784">
                <a:moveTo>
                  <a:pt x="0" y="0"/>
                </a:moveTo>
                <a:lnTo>
                  <a:pt x="11710784" y="0"/>
                </a:lnTo>
                <a:lnTo>
                  <a:pt x="11710784" y="11710784"/>
                </a:lnTo>
                <a:lnTo>
                  <a:pt x="0" y="11710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529203">
            <a:off x="4561894" y="6022165"/>
            <a:ext cx="11710784" cy="11710784"/>
          </a:xfrm>
          <a:custGeom>
            <a:avLst/>
            <a:gdLst/>
            <a:ahLst/>
            <a:cxnLst/>
            <a:rect r="r" b="b" t="t" l="l"/>
            <a:pathLst>
              <a:path h="11710784" w="11710784">
                <a:moveTo>
                  <a:pt x="0" y="0"/>
                </a:moveTo>
                <a:lnTo>
                  <a:pt x="11710785" y="0"/>
                </a:lnTo>
                <a:lnTo>
                  <a:pt x="11710785" y="11710784"/>
                </a:lnTo>
                <a:lnTo>
                  <a:pt x="0" y="11710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529203">
            <a:off x="9281197" y="-4371089"/>
            <a:ext cx="11710784" cy="11710784"/>
          </a:xfrm>
          <a:custGeom>
            <a:avLst/>
            <a:gdLst/>
            <a:ahLst/>
            <a:cxnLst/>
            <a:rect r="r" b="b" t="t" l="l"/>
            <a:pathLst>
              <a:path h="11710784" w="11710784">
                <a:moveTo>
                  <a:pt x="0" y="0"/>
                </a:moveTo>
                <a:lnTo>
                  <a:pt x="11710785" y="0"/>
                </a:lnTo>
                <a:lnTo>
                  <a:pt x="11710785" y="11710785"/>
                </a:lnTo>
                <a:lnTo>
                  <a:pt x="0" y="117107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37410" y="8314327"/>
            <a:ext cx="2484139" cy="1887946"/>
          </a:xfrm>
          <a:custGeom>
            <a:avLst/>
            <a:gdLst/>
            <a:ahLst/>
            <a:cxnLst/>
            <a:rect r="r" b="b" t="t" l="l"/>
            <a:pathLst>
              <a:path h="1887946" w="2484139">
                <a:moveTo>
                  <a:pt x="0" y="0"/>
                </a:moveTo>
                <a:lnTo>
                  <a:pt x="2484139" y="0"/>
                </a:lnTo>
                <a:lnTo>
                  <a:pt x="2484139" y="1887946"/>
                </a:lnTo>
                <a:lnTo>
                  <a:pt x="0" y="18879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6203704" y="84727"/>
            <a:ext cx="2484139" cy="1887946"/>
          </a:xfrm>
          <a:custGeom>
            <a:avLst/>
            <a:gdLst/>
            <a:ahLst/>
            <a:cxnLst/>
            <a:rect r="r" b="b" t="t" l="l"/>
            <a:pathLst>
              <a:path h="1887946" w="2484139">
                <a:moveTo>
                  <a:pt x="2484140" y="0"/>
                </a:moveTo>
                <a:lnTo>
                  <a:pt x="0" y="0"/>
                </a:lnTo>
                <a:lnTo>
                  <a:pt x="0" y="1887946"/>
                </a:lnTo>
                <a:lnTo>
                  <a:pt x="2484140" y="1887946"/>
                </a:lnTo>
                <a:lnTo>
                  <a:pt x="248414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795418" y="0"/>
            <a:ext cx="6942147" cy="4114800"/>
          </a:xfrm>
          <a:custGeom>
            <a:avLst/>
            <a:gdLst/>
            <a:ahLst/>
            <a:cxnLst/>
            <a:rect r="r" b="b" t="t" l="l"/>
            <a:pathLst>
              <a:path h="4114800" w="6942147">
                <a:moveTo>
                  <a:pt x="0" y="0"/>
                </a:moveTo>
                <a:lnTo>
                  <a:pt x="6942147" y="0"/>
                </a:lnTo>
                <a:lnTo>
                  <a:pt x="69421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971281" y="9258300"/>
            <a:ext cx="6942147" cy="4114800"/>
          </a:xfrm>
          <a:custGeom>
            <a:avLst/>
            <a:gdLst/>
            <a:ahLst/>
            <a:cxnLst/>
            <a:rect r="r" b="b" t="t" l="l"/>
            <a:pathLst>
              <a:path h="4114800" w="6942147">
                <a:moveTo>
                  <a:pt x="0" y="0"/>
                </a:moveTo>
                <a:lnTo>
                  <a:pt x="6942147" y="0"/>
                </a:lnTo>
                <a:lnTo>
                  <a:pt x="69421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43287" y="7658315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5"/>
                </a:lnTo>
                <a:lnTo>
                  <a:pt x="0" y="1599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4545170">
            <a:off x="1785562" y="-261172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5"/>
                </a:lnTo>
                <a:lnTo>
                  <a:pt x="0" y="1599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16939566" y="2542451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2" y="0"/>
                </a:lnTo>
                <a:lnTo>
                  <a:pt x="1544712" y="1599985"/>
                </a:lnTo>
                <a:lnTo>
                  <a:pt x="0" y="1599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799999">
            <a:off x="14095667" y="-406663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5"/>
                </a:lnTo>
                <a:lnTo>
                  <a:pt x="0" y="1599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3231075">
            <a:off x="-281491" y="4115121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4"/>
                </a:lnTo>
                <a:lnTo>
                  <a:pt x="0" y="15999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811827">
            <a:off x="-39841" y="6858323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5"/>
                </a:lnTo>
                <a:lnTo>
                  <a:pt x="0" y="1599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6756733">
            <a:off x="3030549" y="9222153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2" y="0"/>
                </a:lnTo>
                <a:lnTo>
                  <a:pt x="1544712" y="1599984"/>
                </a:lnTo>
                <a:lnTo>
                  <a:pt x="0" y="15999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7901464">
            <a:off x="10524396" y="9310415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5"/>
                </a:lnTo>
                <a:lnTo>
                  <a:pt x="0" y="1599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974978" y="1982045"/>
            <a:ext cx="9188673" cy="1139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1"/>
              </a:lnSpc>
            </a:pPr>
            <a:r>
              <a:rPr lang="en-US" sz="8001">
                <a:solidFill>
                  <a:srgbClr val="5E9BC9"/>
                </a:solidFill>
                <a:latin typeface="Mochiy Pop One"/>
                <a:ea typeface="Mochiy Pop One"/>
                <a:cs typeface="Mochiy Pop One"/>
                <a:sym typeface="Mochiy Pop One"/>
              </a:rPr>
              <a:t>Melhor Cenário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802905" y="3663950"/>
            <a:ext cx="11694554" cy="147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971BF"/>
                </a:solidFill>
                <a:latin typeface="Tazugane Gothic"/>
                <a:ea typeface="Tazugane Gothic"/>
                <a:cs typeface="Tazugane Gothic"/>
                <a:sym typeface="Tazugane Gothic"/>
              </a:rPr>
              <a:t>O melhor cenário do Bubble Sort ocorre quando já tem uma lista que já está ordenada,  situação em que o Bubble Sort realiza apenas comparações, sem necessidade de trocas.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747800" y="5629275"/>
            <a:ext cx="11694554" cy="191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971BF"/>
                </a:solidFill>
                <a:latin typeface="Tazugane Gothic"/>
                <a:ea typeface="Tazugane Gothic"/>
                <a:cs typeface="Tazugane Gothic"/>
                <a:sym typeface="Tazugane Gothic"/>
              </a:rPr>
              <a:t>Com a otimização que interrompe o algoritmo ao não detectar trocas, ele finaliza logo na primeira varredura, reduzindo o tempo de execução para O(n) e nesse caso, o Bubble Sort mostra eficiência em listas pequenas ou previamente organizadas.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529203">
            <a:off x="-3087948" y="-940279"/>
            <a:ext cx="11710784" cy="11710784"/>
          </a:xfrm>
          <a:custGeom>
            <a:avLst/>
            <a:gdLst/>
            <a:ahLst/>
            <a:cxnLst/>
            <a:rect r="r" b="b" t="t" l="l"/>
            <a:pathLst>
              <a:path h="11710784" w="11710784">
                <a:moveTo>
                  <a:pt x="0" y="0"/>
                </a:moveTo>
                <a:lnTo>
                  <a:pt x="11710784" y="0"/>
                </a:lnTo>
                <a:lnTo>
                  <a:pt x="11710784" y="11710784"/>
                </a:lnTo>
                <a:lnTo>
                  <a:pt x="0" y="11710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529203">
            <a:off x="4561894" y="6022165"/>
            <a:ext cx="11710784" cy="11710784"/>
          </a:xfrm>
          <a:custGeom>
            <a:avLst/>
            <a:gdLst/>
            <a:ahLst/>
            <a:cxnLst/>
            <a:rect r="r" b="b" t="t" l="l"/>
            <a:pathLst>
              <a:path h="11710784" w="11710784">
                <a:moveTo>
                  <a:pt x="0" y="0"/>
                </a:moveTo>
                <a:lnTo>
                  <a:pt x="11710785" y="0"/>
                </a:lnTo>
                <a:lnTo>
                  <a:pt x="11710785" y="11710784"/>
                </a:lnTo>
                <a:lnTo>
                  <a:pt x="0" y="11710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529203">
            <a:off x="9281197" y="-4371089"/>
            <a:ext cx="11710784" cy="11710784"/>
          </a:xfrm>
          <a:custGeom>
            <a:avLst/>
            <a:gdLst/>
            <a:ahLst/>
            <a:cxnLst/>
            <a:rect r="r" b="b" t="t" l="l"/>
            <a:pathLst>
              <a:path h="11710784" w="11710784">
                <a:moveTo>
                  <a:pt x="0" y="0"/>
                </a:moveTo>
                <a:lnTo>
                  <a:pt x="11710785" y="0"/>
                </a:lnTo>
                <a:lnTo>
                  <a:pt x="11710785" y="11710785"/>
                </a:lnTo>
                <a:lnTo>
                  <a:pt x="0" y="117107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37410" y="8314327"/>
            <a:ext cx="2484139" cy="1887946"/>
          </a:xfrm>
          <a:custGeom>
            <a:avLst/>
            <a:gdLst/>
            <a:ahLst/>
            <a:cxnLst/>
            <a:rect r="r" b="b" t="t" l="l"/>
            <a:pathLst>
              <a:path h="1887946" w="2484139">
                <a:moveTo>
                  <a:pt x="0" y="0"/>
                </a:moveTo>
                <a:lnTo>
                  <a:pt x="2484139" y="0"/>
                </a:lnTo>
                <a:lnTo>
                  <a:pt x="2484139" y="1887946"/>
                </a:lnTo>
                <a:lnTo>
                  <a:pt x="0" y="18879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6203704" y="84727"/>
            <a:ext cx="2484139" cy="1887946"/>
          </a:xfrm>
          <a:custGeom>
            <a:avLst/>
            <a:gdLst/>
            <a:ahLst/>
            <a:cxnLst/>
            <a:rect r="r" b="b" t="t" l="l"/>
            <a:pathLst>
              <a:path h="1887946" w="2484139">
                <a:moveTo>
                  <a:pt x="2484140" y="0"/>
                </a:moveTo>
                <a:lnTo>
                  <a:pt x="0" y="0"/>
                </a:lnTo>
                <a:lnTo>
                  <a:pt x="0" y="1887946"/>
                </a:lnTo>
                <a:lnTo>
                  <a:pt x="2484140" y="1887946"/>
                </a:lnTo>
                <a:lnTo>
                  <a:pt x="248414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795418" y="0"/>
            <a:ext cx="6942147" cy="4114800"/>
          </a:xfrm>
          <a:custGeom>
            <a:avLst/>
            <a:gdLst/>
            <a:ahLst/>
            <a:cxnLst/>
            <a:rect r="r" b="b" t="t" l="l"/>
            <a:pathLst>
              <a:path h="4114800" w="6942147">
                <a:moveTo>
                  <a:pt x="0" y="0"/>
                </a:moveTo>
                <a:lnTo>
                  <a:pt x="6942147" y="0"/>
                </a:lnTo>
                <a:lnTo>
                  <a:pt x="69421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971281" y="9258300"/>
            <a:ext cx="6942147" cy="4114800"/>
          </a:xfrm>
          <a:custGeom>
            <a:avLst/>
            <a:gdLst/>
            <a:ahLst/>
            <a:cxnLst/>
            <a:rect r="r" b="b" t="t" l="l"/>
            <a:pathLst>
              <a:path h="4114800" w="6942147">
                <a:moveTo>
                  <a:pt x="0" y="0"/>
                </a:moveTo>
                <a:lnTo>
                  <a:pt x="6942147" y="0"/>
                </a:lnTo>
                <a:lnTo>
                  <a:pt x="69421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43287" y="7658315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5"/>
                </a:lnTo>
                <a:lnTo>
                  <a:pt x="0" y="1599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4545170">
            <a:off x="1785562" y="-261172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5"/>
                </a:lnTo>
                <a:lnTo>
                  <a:pt x="0" y="1599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009348" y="1671596"/>
            <a:ext cx="8269304" cy="1139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1"/>
              </a:lnSpc>
            </a:pPr>
            <a:r>
              <a:rPr lang="en-US" sz="8001">
                <a:solidFill>
                  <a:srgbClr val="5E9BC9"/>
                </a:solidFill>
                <a:latin typeface="Mochiy Pop One"/>
                <a:ea typeface="Mochiy Pop One"/>
                <a:cs typeface="Mochiy Pop One"/>
                <a:sym typeface="Mochiy Pop One"/>
              </a:rPr>
              <a:t>Pior Cenário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80919" y="3590942"/>
            <a:ext cx="10726161" cy="147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971BF"/>
                </a:solidFill>
                <a:latin typeface="Tazugane Gothic"/>
                <a:ea typeface="Tazugane Gothic"/>
                <a:cs typeface="Tazugane Gothic"/>
                <a:sym typeface="Tazugane Gothic"/>
              </a:rPr>
              <a:t>O pior cenário é quando a lista encontra-se muito desordenada, onde o Bubble Sort apresenta dificuldades pois exige um grande número de comparações e trocas.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80919" y="5441967"/>
            <a:ext cx="10726161" cy="147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971BF"/>
                </a:solidFill>
                <a:latin typeface="Tazugane Gothic"/>
                <a:ea typeface="Tazugane Gothic"/>
                <a:cs typeface="Tazugane Gothic"/>
                <a:sym typeface="Tazugane Gothic"/>
              </a:rPr>
              <a:t>Isso torna o algoritmo ineficiente para trabalhos corporativos, já que o tempo de execução cresce de forma quadrática em relação o tamanho da entrada.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5400000">
            <a:off x="16939566" y="2542451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2" y="0"/>
                </a:lnTo>
                <a:lnTo>
                  <a:pt x="1544712" y="1599985"/>
                </a:lnTo>
                <a:lnTo>
                  <a:pt x="0" y="1599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0799999">
            <a:off x="14095667" y="-406663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5"/>
                </a:lnTo>
                <a:lnTo>
                  <a:pt x="0" y="1599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3231075">
            <a:off x="-281491" y="4115121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4"/>
                </a:lnTo>
                <a:lnTo>
                  <a:pt x="0" y="15999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1811827">
            <a:off x="-39841" y="6858323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5"/>
                </a:lnTo>
                <a:lnTo>
                  <a:pt x="0" y="1599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6756733">
            <a:off x="3030549" y="9222153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2" y="0"/>
                </a:lnTo>
                <a:lnTo>
                  <a:pt x="1544712" y="1599984"/>
                </a:lnTo>
                <a:lnTo>
                  <a:pt x="0" y="15999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7901464">
            <a:off x="10524396" y="9310415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5"/>
                </a:lnTo>
                <a:lnTo>
                  <a:pt x="0" y="1599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529203">
            <a:off x="-3087948" y="-940279"/>
            <a:ext cx="11710784" cy="11710784"/>
          </a:xfrm>
          <a:custGeom>
            <a:avLst/>
            <a:gdLst/>
            <a:ahLst/>
            <a:cxnLst/>
            <a:rect r="r" b="b" t="t" l="l"/>
            <a:pathLst>
              <a:path h="11710784" w="11710784">
                <a:moveTo>
                  <a:pt x="0" y="0"/>
                </a:moveTo>
                <a:lnTo>
                  <a:pt x="11710784" y="0"/>
                </a:lnTo>
                <a:lnTo>
                  <a:pt x="11710784" y="11710784"/>
                </a:lnTo>
                <a:lnTo>
                  <a:pt x="0" y="11710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529203">
            <a:off x="4787479" y="5855266"/>
            <a:ext cx="11710784" cy="11710784"/>
          </a:xfrm>
          <a:custGeom>
            <a:avLst/>
            <a:gdLst/>
            <a:ahLst/>
            <a:cxnLst/>
            <a:rect r="r" b="b" t="t" l="l"/>
            <a:pathLst>
              <a:path h="11710784" w="11710784">
                <a:moveTo>
                  <a:pt x="0" y="0"/>
                </a:moveTo>
                <a:lnTo>
                  <a:pt x="11710784" y="0"/>
                </a:lnTo>
                <a:lnTo>
                  <a:pt x="11710784" y="11710784"/>
                </a:lnTo>
                <a:lnTo>
                  <a:pt x="0" y="11710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529203">
            <a:off x="9281197" y="-4371089"/>
            <a:ext cx="11710784" cy="11710784"/>
          </a:xfrm>
          <a:custGeom>
            <a:avLst/>
            <a:gdLst/>
            <a:ahLst/>
            <a:cxnLst/>
            <a:rect r="r" b="b" t="t" l="l"/>
            <a:pathLst>
              <a:path h="11710784" w="11710784">
                <a:moveTo>
                  <a:pt x="0" y="0"/>
                </a:moveTo>
                <a:lnTo>
                  <a:pt x="11710785" y="0"/>
                </a:lnTo>
                <a:lnTo>
                  <a:pt x="11710785" y="11710785"/>
                </a:lnTo>
                <a:lnTo>
                  <a:pt x="0" y="117107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37410" y="8314327"/>
            <a:ext cx="2484139" cy="1887946"/>
          </a:xfrm>
          <a:custGeom>
            <a:avLst/>
            <a:gdLst/>
            <a:ahLst/>
            <a:cxnLst/>
            <a:rect r="r" b="b" t="t" l="l"/>
            <a:pathLst>
              <a:path h="1887946" w="2484139">
                <a:moveTo>
                  <a:pt x="0" y="0"/>
                </a:moveTo>
                <a:lnTo>
                  <a:pt x="2484139" y="0"/>
                </a:lnTo>
                <a:lnTo>
                  <a:pt x="2484139" y="1887946"/>
                </a:lnTo>
                <a:lnTo>
                  <a:pt x="0" y="18879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6203704" y="84727"/>
            <a:ext cx="2484139" cy="1887946"/>
          </a:xfrm>
          <a:custGeom>
            <a:avLst/>
            <a:gdLst/>
            <a:ahLst/>
            <a:cxnLst/>
            <a:rect r="r" b="b" t="t" l="l"/>
            <a:pathLst>
              <a:path h="1887946" w="2484139">
                <a:moveTo>
                  <a:pt x="2484140" y="0"/>
                </a:moveTo>
                <a:lnTo>
                  <a:pt x="0" y="0"/>
                </a:lnTo>
                <a:lnTo>
                  <a:pt x="0" y="1887946"/>
                </a:lnTo>
                <a:lnTo>
                  <a:pt x="2484140" y="1887946"/>
                </a:lnTo>
                <a:lnTo>
                  <a:pt x="248414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795418" y="0"/>
            <a:ext cx="6942147" cy="4114800"/>
          </a:xfrm>
          <a:custGeom>
            <a:avLst/>
            <a:gdLst/>
            <a:ahLst/>
            <a:cxnLst/>
            <a:rect r="r" b="b" t="t" l="l"/>
            <a:pathLst>
              <a:path h="4114800" w="6942147">
                <a:moveTo>
                  <a:pt x="0" y="0"/>
                </a:moveTo>
                <a:lnTo>
                  <a:pt x="6942147" y="0"/>
                </a:lnTo>
                <a:lnTo>
                  <a:pt x="69421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971281" y="9258300"/>
            <a:ext cx="6942147" cy="4114800"/>
          </a:xfrm>
          <a:custGeom>
            <a:avLst/>
            <a:gdLst/>
            <a:ahLst/>
            <a:cxnLst/>
            <a:rect r="r" b="b" t="t" l="l"/>
            <a:pathLst>
              <a:path h="4114800" w="6942147">
                <a:moveTo>
                  <a:pt x="0" y="0"/>
                </a:moveTo>
                <a:lnTo>
                  <a:pt x="6942147" y="0"/>
                </a:lnTo>
                <a:lnTo>
                  <a:pt x="69421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43287" y="7658315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5"/>
                </a:lnTo>
                <a:lnTo>
                  <a:pt x="0" y="1599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4545170">
            <a:off x="1785562" y="-261172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5"/>
                </a:lnTo>
                <a:lnTo>
                  <a:pt x="0" y="1599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802905" y="2932823"/>
            <a:ext cx="10500896" cy="1041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971BF"/>
                </a:solidFill>
                <a:latin typeface="Tazugane Gothic"/>
                <a:ea typeface="Tazugane Gothic"/>
                <a:cs typeface="Tazugane Gothic"/>
                <a:sym typeface="Tazugane Gothic"/>
              </a:rPr>
              <a:t>Principalmente utilizada em contextos educacionais, para introduzir conceitos de ordenação.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93552" y="4365567"/>
            <a:ext cx="10500896" cy="603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971BF"/>
                </a:solidFill>
                <a:latin typeface="Tazugane Gothic"/>
                <a:ea typeface="Tazugane Gothic"/>
                <a:cs typeface="Tazugane Gothic"/>
                <a:sym typeface="Tazugane Gothic"/>
              </a:rPr>
              <a:t>Serve como base para entender algoritmos mais avançados.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5400000">
            <a:off x="16939566" y="2542451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2" y="0"/>
                </a:lnTo>
                <a:lnTo>
                  <a:pt x="1544712" y="1599985"/>
                </a:lnTo>
                <a:lnTo>
                  <a:pt x="0" y="1599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0799999">
            <a:off x="14095667" y="-406663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5"/>
                </a:lnTo>
                <a:lnTo>
                  <a:pt x="0" y="1599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3231075">
            <a:off x="-281491" y="4115121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4"/>
                </a:lnTo>
                <a:lnTo>
                  <a:pt x="0" y="15999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1811827">
            <a:off x="-39841" y="6858323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5"/>
                </a:lnTo>
                <a:lnTo>
                  <a:pt x="0" y="1599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6756733">
            <a:off x="3030549" y="9222153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2" y="0"/>
                </a:lnTo>
                <a:lnTo>
                  <a:pt x="1544712" y="1599984"/>
                </a:lnTo>
                <a:lnTo>
                  <a:pt x="0" y="15999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7901464">
            <a:off x="10524396" y="9310415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5"/>
                </a:lnTo>
                <a:lnTo>
                  <a:pt x="0" y="1599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926404" y="952813"/>
            <a:ext cx="12435193" cy="1139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1"/>
              </a:lnSpc>
            </a:pPr>
            <a:r>
              <a:rPr lang="en-US" sz="8001">
                <a:solidFill>
                  <a:srgbClr val="5E9BC9"/>
                </a:solidFill>
                <a:latin typeface="Mochiy Pop One"/>
                <a:ea typeface="Mochiy Pop One"/>
                <a:cs typeface="Mochiy Pop One"/>
                <a:sym typeface="Mochiy Pop One"/>
              </a:rPr>
              <a:t>Aplicabilidade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893552" y="5359342"/>
            <a:ext cx="10500896" cy="1041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971BF"/>
                </a:solidFill>
                <a:latin typeface="Tazugane Gothic"/>
                <a:ea typeface="Tazugane Gothic"/>
                <a:cs typeface="Tazugane Gothic"/>
                <a:sym typeface="Tazugane Gothic"/>
              </a:rPr>
              <a:t>Pode ser aproveitado em listas pequenas ou quase ordenadas, onde sua simplicidade compensa a baixa eficiência.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93552" y="6791267"/>
            <a:ext cx="10500896" cy="603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971BF"/>
                </a:solidFill>
                <a:latin typeface="Tazugane Gothic"/>
                <a:ea typeface="Tazugane Gothic"/>
                <a:cs typeface="Tazugane Gothic"/>
                <a:sym typeface="Tazugane Gothic"/>
              </a:rPr>
              <a:t>Hoje é mais ferramenta didática do que solução prática.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529203">
            <a:off x="-3087948" y="-1558633"/>
            <a:ext cx="11710784" cy="11710784"/>
          </a:xfrm>
          <a:custGeom>
            <a:avLst/>
            <a:gdLst/>
            <a:ahLst/>
            <a:cxnLst/>
            <a:rect r="r" b="b" t="t" l="l"/>
            <a:pathLst>
              <a:path h="11710784" w="11710784">
                <a:moveTo>
                  <a:pt x="0" y="0"/>
                </a:moveTo>
                <a:lnTo>
                  <a:pt x="11710784" y="0"/>
                </a:lnTo>
                <a:lnTo>
                  <a:pt x="11710784" y="11710784"/>
                </a:lnTo>
                <a:lnTo>
                  <a:pt x="0" y="11710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529203">
            <a:off x="4561894" y="6022165"/>
            <a:ext cx="11710784" cy="11710784"/>
          </a:xfrm>
          <a:custGeom>
            <a:avLst/>
            <a:gdLst/>
            <a:ahLst/>
            <a:cxnLst/>
            <a:rect r="r" b="b" t="t" l="l"/>
            <a:pathLst>
              <a:path h="11710784" w="11710784">
                <a:moveTo>
                  <a:pt x="0" y="0"/>
                </a:moveTo>
                <a:lnTo>
                  <a:pt x="11710785" y="0"/>
                </a:lnTo>
                <a:lnTo>
                  <a:pt x="11710785" y="11710784"/>
                </a:lnTo>
                <a:lnTo>
                  <a:pt x="0" y="11710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529203">
            <a:off x="9281197" y="-4371089"/>
            <a:ext cx="11710784" cy="11710784"/>
          </a:xfrm>
          <a:custGeom>
            <a:avLst/>
            <a:gdLst/>
            <a:ahLst/>
            <a:cxnLst/>
            <a:rect r="r" b="b" t="t" l="l"/>
            <a:pathLst>
              <a:path h="11710784" w="11710784">
                <a:moveTo>
                  <a:pt x="0" y="0"/>
                </a:moveTo>
                <a:lnTo>
                  <a:pt x="11710785" y="0"/>
                </a:lnTo>
                <a:lnTo>
                  <a:pt x="11710785" y="11710785"/>
                </a:lnTo>
                <a:lnTo>
                  <a:pt x="0" y="117107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37410" y="8314327"/>
            <a:ext cx="2484139" cy="1887946"/>
          </a:xfrm>
          <a:custGeom>
            <a:avLst/>
            <a:gdLst/>
            <a:ahLst/>
            <a:cxnLst/>
            <a:rect r="r" b="b" t="t" l="l"/>
            <a:pathLst>
              <a:path h="1887946" w="2484139">
                <a:moveTo>
                  <a:pt x="0" y="0"/>
                </a:moveTo>
                <a:lnTo>
                  <a:pt x="2484139" y="0"/>
                </a:lnTo>
                <a:lnTo>
                  <a:pt x="2484139" y="1887946"/>
                </a:lnTo>
                <a:lnTo>
                  <a:pt x="0" y="18879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6203704" y="84727"/>
            <a:ext cx="2484139" cy="1887946"/>
          </a:xfrm>
          <a:custGeom>
            <a:avLst/>
            <a:gdLst/>
            <a:ahLst/>
            <a:cxnLst/>
            <a:rect r="r" b="b" t="t" l="l"/>
            <a:pathLst>
              <a:path h="1887946" w="2484139">
                <a:moveTo>
                  <a:pt x="2484140" y="0"/>
                </a:moveTo>
                <a:lnTo>
                  <a:pt x="0" y="0"/>
                </a:lnTo>
                <a:lnTo>
                  <a:pt x="0" y="1887946"/>
                </a:lnTo>
                <a:lnTo>
                  <a:pt x="2484140" y="1887946"/>
                </a:lnTo>
                <a:lnTo>
                  <a:pt x="248414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795418" y="0"/>
            <a:ext cx="6942147" cy="4114800"/>
          </a:xfrm>
          <a:custGeom>
            <a:avLst/>
            <a:gdLst/>
            <a:ahLst/>
            <a:cxnLst/>
            <a:rect r="r" b="b" t="t" l="l"/>
            <a:pathLst>
              <a:path h="4114800" w="6942147">
                <a:moveTo>
                  <a:pt x="0" y="0"/>
                </a:moveTo>
                <a:lnTo>
                  <a:pt x="6942147" y="0"/>
                </a:lnTo>
                <a:lnTo>
                  <a:pt x="69421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971281" y="9258300"/>
            <a:ext cx="6942147" cy="4114800"/>
          </a:xfrm>
          <a:custGeom>
            <a:avLst/>
            <a:gdLst/>
            <a:ahLst/>
            <a:cxnLst/>
            <a:rect r="r" b="b" t="t" l="l"/>
            <a:pathLst>
              <a:path h="4114800" w="6942147">
                <a:moveTo>
                  <a:pt x="0" y="0"/>
                </a:moveTo>
                <a:lnTo>
                  <a:pt x="6942147" y="0"/>
                </a:lnTo>
                <a:lnTo>
                  <a:pt x="69421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43287" y="7658315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5"/>
                </a:lnTo>
                <a:lnTo>
                  <a:pt x="0" y="1599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4545170">
            <a:off x="1785562" y="-261172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5"/>
                </a:lnTo>
                <a:lnTo>
                  <a:pt x="0" y="1599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16939566" y="2542451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2" y="0"/>
                </a:lnTo>
                <a:lnTo>
                  <a:pt x="1544712" y="1599985"/>
                </a:lnTo>
                <a:lnTo>
                  <a:pt x="0" y="1599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799999">
            <a:off x="14095667" y="-406663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5"/>
                </a:lnTo>
                <a:lnTo>
                  <a:pt x="0" y="1599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3231075">
            <a:off x="-281491" y="4115121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4"/>
                </a:lnTo>
                <a:lnTo>
                  <a:pt x="0" y="15999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811827">
            <a:off x="-39841" y="6858323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5"/>
                </a:lnTo>
                <a:lnTo>
                  <a:pt x="0" y="1599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6756733">
            <a:off x="3030549" y="9222153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2" y="0"/>
                </a:lnTo>
                <a:lnTo>
                  <a:pt x="1544712" y="1599984"/>
                </a:lnTo>
                <a:lnTo>
                  <a:pt x="0" y="15999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7901464">
            <a:off x="10524396" y="9310415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5"/>
                </a:lnTo>
                <a:lnTo>
                  <a:pt x="0" y="1599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139233" y="661832"/>
            <a:ext cx="4009534" cy="1139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1"/>
              </a:lnSpc>
            </a:pPr>
            <a:r>
              <a:rPr lang="en-US" sz="8001">
                <a:solidFill>
                  <a:srgbClr val="5E9BC9"/>
                </a:solidFill>
                <a:latin typeface="Mochiy Pop One"/>
                <a:ea typeface="Mochiy Pop One"/>
                <a:cs typeface="Mochiy Pop One"/>
                <a:sym typeface="Mochiy Pop One"/>
              </a:rPr>
              <a:t>Código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46729" y="3113844"/>
            <a:ext cx="13992257" cy="688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971BF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static void OrdenarAlunosPorNota(double[] notas, string[] nomes, int quantidade) {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5E9BC9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       </a:t>
            </a:r>
            <a:r>
              <a:rPr lang="en-US" sz="2499" b="true">
                <a:solidFill>
                  <a:srgbClr val="165A8D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 </a:t>
            </a:r>
            <a:r>
              <a:rPr lang="en-US" sz="2499" b="true">
                <a:solidFill>
                  <a:srgbClr val="0971BF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for (int c = 0; c &lt; quantidade - 1; c++){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8BC5F1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            for (int j = 0; j &lt; quantidade - c - 1; j++){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165A8D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               </a:t>
            </a:r>
            <a:r>
              <a:rPr lang="en-US" sz="2499" b="true">
                <a:solidFill>
                  <a:srgbClr val="0971BF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 if (notas[j] &lt; notas[j + 1]) {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5E9BC9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                    double tempNota = notas[j];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5E9BC9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                    </a:t>
            </a:r>
            <a:r>
              <a:rPr lang="en-US" sz="2499" b="true">
                <a:solidFill>
                  <a:srgbClr val="0971BF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notas[j] = notas[j + 1];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5E9BC9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                    notas[j + 1] = tempNota;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5E9BC9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                   </a:t>
            </a:r>
            <a:r>
              <a:rPr lang="en-US" sz="2499" b="true">
                <a:solidFill>
                  <a:srgbClr val="0971BF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 string tempNome = nomes[j];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5E9BC9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                    nomes[j] = nomes[j + 1];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5E9BC9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                    </a:t>
            </a:r>
            <a:r>
              <a:rPr lang="en-US" sz="2499" b="true">
                <a:solidFill>
                  <a:srgbClr val="0971BF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nomes[j + 1] = tempNome;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165A8D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                </a:t>
            </a:r>
            <a:r>
              <a:rPr lang="en-US" sz="2499" b="true">
                <a:solidFill>
                  <a:srgbClr val="0971BF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}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            </a:t>
            </a:r>
            <a:r>
              <a:rPr lang="en-US" sz="2499" b="true">
                <a:solidFill>
                  <a:srgbClr val="8BC5F1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}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        </a:t>
            </a:r>
            <a:r>
              <a:rPr lang="en-US" sz="2499" b="true">
                <a:solidFill>
                  <a:srgbClr val="0971BF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}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971BF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    }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268861" y="2293862"/>
            <a:ext cx="476914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971BF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Método Bubble Sort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529203">
            <a:off x="-3087948" y="-940279"/>
            <a:ext cx="11710784" cy="11710784"/>
          </a:xfrm>
          <a:custGeom>
            <a:avLst/>
            <a:gdLst/>
            <a:ahLst/>
            <a:cxnLst/>
            <a:rect r="r" b="b" t="t" l="l"/>
            <a:pathLst>
              <a:path h="11710784" w="11710784">
                <a:moveTo>
                  <a:pt x="0" y="0"/>
                </a:moveTo>
                <a:lnTo>
                  <a:pt x="11710784" y="0"/>
                </a:lnTo>
                <a:lnTo>
                  <a:pt x="11710784" y="11710784"/>
                </a:lnTo>
                <a:lnTo>
                  <a:pt x="0" y="11710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529203">
            <a:off x="4561894" y="6022165"/>
            <a:ext cx="11710784" cy="11710784"/>
          </a:xfrm>
          <a:custGeom>
            <a:avLst/>
            <a:gdLst/>
            <a:ahLst/>
            <a:cxnLst/>
            <a:rect r="r" b="b" t="t" l="l"/>
            <a:pathLst>
              <a:path h="11710784" w="11710784">
                <a:moveTo>
                  <a:pt x="0" y="0"/>
                </a:moveTo>
                <a:lnTo>
                  <a:pt x="11710785" y="0"/>
                </a:lnTo>
                <a:lnTo>
                  <a:pt x="11710785" y="11710784"/>
                </a:lnTo>
                <a:lnTo>
                  <a:pt x="0" y="11710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529203">
            <a:off x="9281197" y="-4371089"/>
            <a:ext cx="11710784" cy="11710784"/>
          </a:xfrm>
          <a:custGeom>
            <a:avLst/>
            <a:gdLst/>
            <a:ahLst/>
            <a:cxnLst/>
            <a:rect r="r" b="b" t="t" l="l"/>
            <a:pathLst>
              <a:path h="11710784" w="11710784">
                <a:moveTo>
                  <a:pt x="0" y="0"/>
                </a:moveTo>
                <a:lnTo>
                  <a:pt x="11710785" y="0"/>
                </a:lnTo>
                <a:lnTo>
                  <a:pt x="11710785" y="11710785"/>
                </a:lnTo>
                <a:lnTo>
                  <a:pt x="0" y="117107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37410" y="8314327"/>
            <a:ext cx="2484139" cy="1887946"/>
          </a:xfrm>
          <a:custGeom>
            <a:avLst/>
            <a:gdLst/>
            <a:ahLst/>
            <a:cxnLst/>
            <a:rect r="r" b="b" t="t" l="l"/>
            <a:pathLst>
              <a:path h="1887946" w="2484139">
                <a:moveTo>
                  <a:pt x="0" y="0"/>
                </a:moveTo>
                <a:lnTo>
                  <a:pt x="2484139" y="0"/>
                </a:lnTo>
                <a:lnTo>
                  <a:pt x="2484139" y="1887946"/>
                </a:lnTo>
                <a:lnTo>
                  <a:pt x="0" y="18879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6203704" y="84727"/>
            <a:ext cx="2484139" cy="1887946"/>
          </a:xfrm>
          <a:custGeom>
            <a:avLst/>
            <a:gdLst/>
            <a:ahLst/>
            <a:cxnLst/>
            <a:rect r="r" b="b" t="t" l="l"/>
            <a:pathLst>
              <a:path h="1887946" w="2484139">
                <a:moveTo>
                  <a:pt x="2484140" y="0"/>
                </a:moveTo>
                <a:lnTo>
                  <a:pt x="0" y="0"/>
                </a:lnTo>
                <a:lnTo>
                  <a:pt x="0" y="1887946"/>
                </a:lnTo>
                <a:lnTo>
                  <a:pt x="2484140" y="1887946"/>
                </a:lnTo>
                <a:lnTo>
                  <a:pt x="248414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795418" y="0"/>
            <a:ext cx="6942147" cy="4114800"/>
          </a:xfrm>
          <a:custGeom>
            <a:avLst/>
            <a:gdLst/>
            <a:ahLst/>
            <a:cxnLst/>
            <a:rect r="r" b="b" t="t" l="l"/>
            <a:pathLst>
              <a:path h="4114800" w="6942147">
                <a:moveTo>
                  <a:pt x="0" y="0"/>
                </a:moveTo>
                <a:lnTo>
                  <a:pt x="6942147" y="0"/>
                </a:lnTo>
                <a:lnTo>
                  <a:pt x="69421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971281" y="9258300"/>
            <a:ext cx="6942147" cy="4114800"/>
          </a:xfrm>
          <a:custGeom>
            <a:avLst/>
            <a:gdLst/>
            <a:ahLst/>
            <a:cxnLst/>
            <a:rect r="r" b="b" t="t" l="l"/>
            <a:pathLst>
              <a:path h="4114800" w="6942147">
                <a:moveTo>
                  <a:pt x="0" y="0"/>
                </a:moveTo>
                <a:lnTo>
                  <a:pt x="6942147" y="0"/>
                </a:lnTo>
                <a:lnTo>
                  <a:pt x="69421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43287" y="7658315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5"/>
                </a:lnTo>
                <a:lnTo>
                  <a:pt x="0" y="1599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4545170">
            <a:off x="1785562" y="-261172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5"/>
                </a:lnTo>
                <a:lnTo>
                  <a:pt x="0" y="1599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16939566" y="2542451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2" y="0"/>
                </a:lnTo>
                <a:lnTo>
                  <a:pt x="1544712" y="1599985"/>
                </a:lnTo>
                <a:lnTo>
                  <a:pt x="0" y="1599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799999">
            <a:off x="14095667" y="-406663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5"/>
                </a:lnTo>
                <a:lnTo>
                  <a:pt x="0" y="1599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3231075">
            <a:off x="-281491" y="4115121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4"/>
                </a:lnTo>
                <a:lnTo>
                  <a:pt x="0" y="15999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811827">
            <a:off x="-39841" y="6858323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5"/>
                </a:lnTo>
                <a:lnTo>
                  <a:pt x="0" y="1599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6756733">
            <a:off x="3030549" y="9222153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2" y="0"/>
                </a:lnTo>
                <a:lnTo>
                  <a:pt x="1544712" y="1599984"/>
                </a:lnTo>
                <a:lnTo>
                  <a:pt x="0" y="15999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7901464">
            <a:off x="10524396" y="9310415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5"/>
                </a:lnTo>
                <a:lnTo>
                  <a:pt x="0" y="1599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139233" y="952813"/>
            <a:ext cx="4009534" cy="1139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1"/>
              </a:lnSpc>
            </a:pPr>
            <a:r>
              <a:rPr lang="en-US" sz="8001">
                <a:solidFill>
                  <a:srgbClr val="5E9BC9"/>
                </a:solidFill>
                <a:latin typeface="Mochiy Pop One"/>
                <a:ea typeface="Mochiy Pop One"/>
                <a:cs typeface="Mochiy Pop One"/>
                <a:sym typeface="Mochiy Pop One"/>
              </a:rPr>
              <a:t>Código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413448" y="2293862"/>
            <a:ext cx="5461103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971BF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Aplicação do Método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77072" y="3170994"/>
            <a:ext cx="9240215" cy="491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0971BF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static void Main(){</a:t>
            </a:r>
          </a:p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000000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        </a:t>
            </a:r>
            <a:r>
              <a:rPr lang="en-US" sz="1999" b="true">
                <a:solidFill>
                  <a:srgbClr val="8BC5F1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string[] nomes = {</a:t>
            </a:r>
          </a:p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8BC5F1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            "Ana Silva", "João Santos", "Maria Oliveira", "Pedro Costa",</a:t>
            </a:r>
          </a:p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8BC5F1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            "Julia Ferreira", "Carlos Lima", "Beatriz Alves", "Lucas Pereira",</a:t>
            </a:r>
          </a:p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8BC5F1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            "Camila Rocha", "Rafael Martins" };</a:t>
            </a:r>
          </a:p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000000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       </a:t>
            </a:r>
            <a:r>
              <a:rPr lang="en-US" sz="1999" b="true">
                <a:solidFill>
                  <a:srgbClr val="0971BF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 </a:t>
            </a:r>
            <a:r>
              <a:rPr lang="en-US" sz="1999" b="true">
                <a:solidFill>
                  <a:srgbClr val="0971BF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double[] notas = { 7.8, 6.2, 9.1, 4.5, 8.7, 5.9, 9.5, 3.2, 7.1, 8.3 };</a:t>
            </a:r>
          </a:p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000000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        </a:t>
            </a:r>
            <a:r>
              <a:rPr lang="en-US" sz="1999" b="true">
                <a:solidFill>
                  <a:srgbClr val="8BC5F1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int totalAlunos = nomes.Length;</a:t>
            </a:r>
          </a:p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000000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        </a:t>
            </a:r>
            <a:r>
              <a:rPr lang="en-US" sz="1999" b="true">
                <a:solidFill>
                  <a:srgbClr val="0971BF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Console.WriteLine("Notas antes da classificação:");</a:t>
            </a:r>
          </a:p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000000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       </a:t>
            </a:r>
            <a:r>
              <a:rPr lang="en-US" sz="1999" b="true">
                <a:solidFill>
                  <a:srgbClr val="8BC5F1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 for (int i = 0; i &lt; totalAlunos; i++){</a:t>
            </a:r>
          </a:p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8BC5F1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               Console.WriteLine($"{nomes[i]}: {notas[i]:F1}");}</a:t>
            </a:r>
          </a:p>
          <a:p>
            <a:pPr algn="l">
              <a:lnSpc>
                <a:spcPts val="2799"/>
              </a:lnSpc>
            </a:pPr>
          </a:p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000000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      </a:t>
            </a:r>
            <a:r>
              <a:rPr lang="en-US" sz="1999" b="true">
                <a:solidFill>
                  <a:srgbClr val="5170FF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 </a:t>
            </a:r>
            <a:r>
              <a:rPr lang="en-US" sz="1999" b="true">
                <a:solidFill>
                  <a:srgbClr val="165A8D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 </a:t>
            </a:r>
            <a:r>
              <a:rPr lang="en-US" sz="1999" b="true">
                <a:solidFill>
                  <a:srgbClr val="0971BF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OrdenarAlunosPorNota(notas, nomes, totalAlunos);</a:t>
            </a:r>
          </a:p>
          <a:p>
            <a:pPr algn="l">
              <a:lnSpc>
                <a:spcPts val="2799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0332536" y="3161469"/>
            <a:ext cx="7526262" cy="486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 </a:t>
            </a:r>
            <a:r>
              <a:rPr lang="en-US" sz="2000" b="true">
                <a:solidFill>
                  <a:srgbClr val="8BC5F1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Console.WriteLine("\n=== CLASSIFICAÇÃO FINAL ===");</a:t>
            </a: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8BC5F1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 </a:t>
            </a:r>
            <a:r>
              <a:rPr lang="en-US" sz="2000" b="true">
                <a:solidFill>
                  <a:srgbClr val="0971BF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Console.WriteLine("Posição | Aluno | Nota | Status");</a:t>
            </a: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8BC5F1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 Console.WriteLine("--------|-------------------|-------|----------");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 </a:t>
            </a:r>
            <a:r>
              <a:rPr lang="en-US" sz="2000" b="true">
                <a:solidFill>
                  <a:srgbClr val="0971BF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for (int i = 0; i &lt; totalAlunos; i++){</a:t>
            </a: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971BF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 string status = notas[i] &gt;= 7.0 ? "Aprovado" :</a:t>
            </a: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971BF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 notas[i] &gt;= 5.0 ? "Recuperação" : "Reprovado";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5E9BC9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Console.WriteLine($"{i + 1,7} | {nomes[i],-17} | {notas[i],5:F1} | {status}"); }</a:t>
            </a:r>
            <a:r>
              <a:rPr lang="en-US" sz="2000" b="true">
                <a:solidFill>
                  <a:srgbClr val="0971BF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}</a:t>
            </a:r>
          </a:p>
          <a:p>
            <a:pPr algn="l">
              <a:lnSpc>
                <a:spcPts val="280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529203">
            <a:off x="-3087948" y="-940279"/>
            <a:ext cx="11710784" cy="11710784"/>
          </a:xfrm>
          <a:custGeom>
            <a:avLst/>
            <a:gdLst/>
            <a:ahLst/>
            <a:cxnLst/>
            <a:rect r="r" b="b" t="t" l="l"/>
            <a:pathLst>
              <a:path h="11710784" w="11710784">
                <a:moveTo>
                  <a:pt x="0" y="0"/>
                </a:moveTo>
                <a:lnTo>
                  <a:pt x="11710784" y="0"/>
                </a:lnTo>
                <a:lnTo>
                  <a:pt x="11710784" y="11710784"/>
                </a:lnTo>
                <a:lnTo>
                  <a:pt x="0" y="11710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529203">
            <a:off x="4561894" y="6022165"/>
            <a:ext cx="11710784" cy="11710784"/>
          </a:xfrm>
          <a:custGeom>
            <a:avLst/>
            <a:gdLst/>
            <a:ahLst/>
            <a:cxnLst/>
            <a:rect r="r" b="b" t="t" l="l"/>
            <a:pathLst>
              <a:path h="11710784" w="11710784">
                <a:moveTo>
                  <a:pt x="0" y="0"/>
                </a:moveTo>
                <a:lnTo>
                  <a:pt x="11710785" y="0"/>
                </a:lnTo>
                <a:lnTo>
                  <a:pt x="11710785" y="11710784"/>
                </a:lnTo>
                <a:lnTo>
                  <a:pt x="0" y="11710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529203">
            <a:off x="9281197" y="-4371089"/>
            <a:ext cx="11710784" cy="11710784"/>
          </a:xfrm>
          <a:custGeom>
            <a:avLst/>
            <a:gdLst/>
            <a:ahLst/>
            <a:cxnLst/>
            <a:rect r="r" b="b" t="t" l="l"/>
            <a:pathLst>
              <a:path h="11710784" w="11710784">
                <a:moveTo>
                  <a:pt x="0" y="0"/>
                </a:moveTo>
                <a:lnTo>
                  <a:pt x="11710785" y="0"/>
                </a:lnTo>
                <a:lnTo>
                  <a:pt x="11710785" y="11710785"/>
                </a:lnTo>
                <a:lnTo>
                  <a:pt x="0" y="117107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37410" y="8314327"/>
            <a:ext cx="2484139" cy="1887946"/>
          </a:xfrm>
          <a:custGeom>
            <a:avLst/>
            <a:gdLst/>
            <a:ahLst/>
            <a:cxnLst/>
            <a:rect r="r" b="b" t="t" l="l"/>
            <a:pathLst>
              <a:path h="1887946" w="2484139">
                <a:moveTo>
                  <a:pt x="0" y="0"/>
                </a:moveTo>
                <a:lnTo>
                  <a:pt x="2484139" y="0"/>
                </a:lnTo>
                <a:lnTo>
                  <a:pt x="2484139" y="1887946"/>
                </a:lnTo>
                <a:lnTo>
                  <a:pt x="0" y="18879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6203704" y="84727"/>
            <a:ext cx="2484139" cy="1887946"/>
          </a:xfrm>
          <a:custGeom>
            <a:avLst/>
            <a:gdLst/>
            <a:ahLst/>
            <a:cxnLst/>
            <a:rect r="r" b="b" t="t" l="l"/>
            <a:pathLst>
              <a:path h="1887946" w="2484139">
                <a:moveTo>
                  <a:pt x="2484140" y="0"/>
                </a:moveTo>
                <a:lnTo>
                  <a:pt x="0" y="0"/>
                </a:lnTo>
                <a:lnTo>
                  <a:pt x="0" y="1887946"/>
                </a:lnTo>
                <a:lnTo>
                  <a:pt x="2484140" y="1887946"/>
                </a:lnTo>
                <a:lnTo>
                  <a:pt x="248414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795418" y="0"/>
            <a:ext cx="6942147" cy="4114800"/>
          </a:xfrm>
          <a:custGeom>
            <a:avLst/>
            <a:gdLst/>
            <a:ahLst/>
            <a:cxnLst/>
            <a:rect r="r" b="b" t="t" l="l"/>
            <a:pathLst>
              <a:path h="4114800" w="6942147">
                <a:moveTo>
                  <a:pt x="0" y="0"/>
                </a:moveTo>
                <a:lnTo>
                  <a:pt x="6942147" y="0"/>
                </a:lnTo>
                <a:lnTo>
                  <a:pt x="69421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971281" y="9258300"/>
            <a:ext cx="6942147" cy="4114800"/>
          </a:xfrm>
          <a:custGeom>
            <a:avLst/>
            <a:gdLst/>
            <a:ahLst/>
            <a:cxnLst/>
            <a:rect r="r" b="b" t="t" l="l"/>
            <a:pathLst>
              <a:path h="4114800" w="6942147">
                <a:moveTo>
                  <a:pt x="0" y="0"/>
                </a:moveTo>
                <a:lnTo>
                  <a:pt x="6942147" y="0"/>
                </a:lnTo>
                <a:lnTo>
                  <a:pt x="69421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43287" y="7658315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5"/>
                </a:lnTo>
                <a:lnTo>
                  <a:pt x="0" y="1599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4545170">
            <a:off x="1785562" y="-261172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5"/>
                </a:lnTo>
                <a:lnTo>
                  <a:pt x="0" y="1599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16939566" y="2542451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2" y="0"/>
                </a:lnTo>
                <a:lnTo>
                  <a:pt x="1544712" y="1599985"/>
                </a:lnTo>
                <a:lnTo>
                  <a:pt x="0" y="1599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799999">
            <a:off x="14095667" y="-406663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5"/>
                </a:lnTo>
                <a:lnTo>
                  <a:pt x="0" y="1599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3231075">
            <a:off x="-281491" y="4115121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4"/>
                </a:lnTo>
                <a:lnTo>
                  <a:pt x="0" y="15999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811827">
            <a:off x="-39841" y="6858323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5"/>
                </a:lnTo>
                <a:lnTo>
                  <a:pt x="0" y="1599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6756733">
            <a:off x="3030549" y="9222153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2" y="0"/>
                </a:lnTo>
                <a:lnTo>
                  <a:pt x="1544712" y="1599984"/>
                </a:lnTo>
                <a:lnTo>
                  <a:pt x="0" y="15999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7901464">
            <a:off x="10524396" y="9310415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5"/>
                </a:lnTo>
                <a:lnTo>
                  <a:pt x="0" y="1599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954960" y="4037410"/>
            <a:ext cx="8032641" cy="3946548"/>
          </a:xfrm>
          <a:custGeom>
            <a:avLst/>
            <a:gdLst/>
            <a:ahLst/>
            <a:cxnLst/>
            <a:rect r="r" b="b" t="t" l="l"/>
            <a:pathLst>
              <a:path h="3946548" w="8032641">
                <a:moveTo>
                  <a:pt x="0" y="0"/>
                </a:moveTo>
                <a:lnTo>
                  <a:pt x="8032641" y="0"/>
                </a:lnTo>
                <a:lnTo>
                  <a:pt x="8032641" y="3946548"/>
                </a:lnTo>
                <a:lnTo>
                  <a:pt x="0" y="394654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5216" t="-182134" r="-177524" b="-11037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2502892" y="4037410"/>
            <a:ext cx="4293471" cy="3946548"/>
            <a:chOff x="0" y="0"/>
            <a:chExt cx="5724628" cy="526206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503301" y="0"/>
              <a:ext cx="5221326" cy="5262064"/>
            </a:xfrm>
            <a:custGeom>
              <a:avLst/>
              <a:gdLst/>
              <a:ahLst/>
              <a:cxnLst/>
              <a:rect r="r" b="b" t="t" l="l"/>
              <a:pathLst>
                <a:path h="5262064" w="5221326">
                  <a:moveTo>
                    <a:pt x="0" y="0"/>
                  </a:moveTo>
                  <a:lnTo>
                    <a:pt x="5221327" y="0"/>
                  </a:lnTo>
                  <a:lnTo>
                    <a:pt x="5221327" y="5262064"/>
                  </a:lnTo>
                  <a:lnTo>
                    <a:pt x="0" y="526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593" t="-41956" r="-502461" b="-25223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3301" cy="5262064"/>
            </a:xfrm>
            <a:custGeom>
              <a:avLst/>
              <a:gdLst/>
              <a:ahLst/>
              <a:cxnLst/>
              <a:rect r="r" b="b" t="t" l="l"/>
              <a:pathLst>
                <a:path h="5262064" w="503301">
                  <a:moveTo>
                    <a:pt x="0" y="0"/>
                  </a:moveTo>
                  <a:lnTo>
                    <a:pt x="503301" y="0"/>
                  </a:lnTo>
                  <a:lnTo>
                    <a:pt x="503301" y="5262064"/>
                  </a:lnTo>
                  <a:lnTo>
                    <a:pt x="0" y="526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7521" t="0" r="-48703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6667991" y="952813"/>
            <a:ext cx="4009534" cy="1139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1"/>
              </a:lnSpc>
            </a:pPr>
            <a:r>
              <a:rPr lang="en-US" sz="8001">
                <a:solidFill>
                  <a:srgbClr val="5E9BC9"/>
                </a:solidFill>
                <a:latin typeface="Mochiy Pop One"/>
                <a:ea typeface="Mochiy Pop One"/>
                <a:cs typeface="Mochiy Pop One"/>
                <a:sym typeface="Mochiy Pop One"/>
              </a:rPr>
              <a:t>Código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460120" y="2293862"/>
            <a:ext cx="4425275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971BF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Exemplo de Saída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677525" y="2864050"/>
            <a:ext cx="2199658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971BF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Depois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501893" y="2864050"/>
            <a:ext cx="2008977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971BF"/>
                </a:solidFill>
                <a:latin typeface="Tazugane Gothic Bold"/>
                <a:ea typeface="Tazugane Gothic Bold"/>
                <a:cs typeface="Tazugane Gothic Bold"/>
                <a:sym typeface="Tazugane Gothic Bold"/>
              </a:rPr>
              <a:t>Antes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529203">
            <a:off x="-3087948" y="-940279"/>
            <a:ext cx="11710784" cy="11710784"/>
          </a:xfrm>
          <a:custGeom>
            <a:avLst/>
            <a:gdLst/>
            <a:ahLst/>
            <a:cxnLst/>
            <a:rect r="r" b="b" t="t" l="l"/>
            <a:pathLst>
              <a:path h="11710784" w="11710784">
                <a:moveTo>
                  <a:pt x="0" y="0"/>
                </a:moveTo>
                <a:lnTo>
                  <a:pt x="11710784" y="0"/>
                </a:lnTo>
                <a:lnTo>
                  <a:pt x="11710784" y="11710784"/>
                </a:lnTo>
                <a:lnTo>
                  <a:pt x="0" y="11710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529203">
            <a:off x="4561894" y="6022165"/>
            <a:ext cx="11710784" cy="11710784"/>
          </a:xfrm>
          <a:custGeom>
            <a:avLst/>
            <a:gdLst/>
            <a:ahLst/>
            <a:cxnLst/>
            <a:rect r="r" b="b" t="t" l="l"/>
            <a:pathLst>
              <a:path h="11710784" w="11710784">
                <a:moveTo>
                  <a:pt x="0" y="0"/>
                </a:moveTo>
                <a:lnTo>
                  <a:pt x="11710785" y="0"/>
                </a:lnTo>
                <a:lnTo>
                  <a:pt x="11710785" y="11710784"/>
                </a:lnTo>
                <a:lnTo>
                  <a:pt x="0" y="11710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529203">
            <a:off x="9281197" y="-4371089"/>
            <a:ext cx="11710784" cy="11710784"/>
          </a:xfrm>
          <a:custGeom>
            <a:avLst/>
            <a:gdLst/>
            <a:ahLst/>
            <a:cxnLst/>
            <a:rect r="r" b="b" t="t" l="l"/>
            <a:pathLst>
              <a:path h="11710784" w="11710784">
                <a:moveTo>
                  <a:pt x="0" y="0"/>
                </a:moveTo>
                <a:lnTo>
                  <a:pt x="11710785" y="0"/>
                </a:lnTo>
                <a:lnTo>
                  <a:pt x="11710785" y="11710785"/>
                </a:lnTo>
                <a:lnTo>
                  <a:pt x="0" y="117107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37410" y="8314327"/>
            <a:ext cx="2484139" cy="1887946"/>
          </a:xfrm>
          <a:custGeom>
            <a:avLst/>
            <a:gdLst/>
            <a:ahLst/>
            <a:cxnLst/>
            <a:rect r="r" b="b" t="t" l="l"/>
            <a:pathLst>
              <a:path h="1887946" w="2484139">
                <a:moveTo>
                  <a:pt x="0" y="0"/>
                </a:moveTo>
                <a:lnTo>
                  <a:pt x="2484139" y="0"/>
                </a:lnTo>
                <a:lnTo>
                  <a:pt x="2484139" y="1887946"/>
                </a:lnTo>
                <a:lnTo>
                  <a:pt x="0" y="18879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6203704" y="84727"/>
            <a:ext cx="2484139" cy="1887946"/>
          </a:xfrm>
          <a:custGeom>
            <a:avLst/>
            <a:gdLst/>
            <a:ahLst/>
            <a:cxnLst/>
            <a:rect r="r" b="b" t="t" l="l"/>
            <a:pathLst>
              <a:path h="1887946" w="2484139">
                <a:moveTo>
                  <a:pt x="2484140" y="0"/>
                </a:moveTo>
                <a:lnTo>
                  <a:pt x="0" y="0"/>
                </a:lnTo>
                <a:lnTo>
                  <a:pt x="0" y="1887946"/>
                </a:lnTo>
                <a:lnTo>
                  <a:pt x="2484140" y="1887946"/>
                </a:lnTo>
                <a:lnTo>
                  <a:pt x="248414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795418" y="0"/>
            <a:ext cx="6942147" cy="4114800"/>
          </a:xfrm>
          <a:custGeom>
            <a:avLst/>
            <a:gdLst/>
            <a:ahLst/>
            <a:cxnLst/>
            <a:rect r="r" b="b" t="t" l="l"/>
            <a:pathLst>
              <a:path h="4114800" w="6942147">
                <a:moveTo>
                  <a:pt x="0" y="0"/>
                </a:moveTo>
                <a:lnTo>
                  <a:pt x="6942147" y="0"/>
                </a:lnTo>
                <a:lnTo>
                  <a:pt x="69421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971281" y="9258300"/>
            <a:ext cx="6942147" cy="4114800"/>
          </a:xfrm>
          <a:custGeom>
            <a:avLst/>
            <a:gdLst/>
            <a:ahLst/>
            <a:cxnLst/>
            <a:rect r="r" b="b" t="t" l="l"/>
            <a:pathLst>
              <a:path h="4114800" w="6942147">
                <a:moveTo>
                  <a:pt x="0" y="0"/>
                </a:moveTo>
                <a:lnTo>
                  <a:pt x="6942147" y="0"/>
                </a:lnTo>
                <a:lnTo>
                  <a:pt x="69421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43287" y="7658315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5"/>
                </a:lnTo>
                <a:lnTo>
                  <a:pt x="0" y="1599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4545170">
            <a:off x="1785562" y="-261172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5"/>
                </a:lnTo>
                <a:lnTo>
                  <a:pt x="0" y="1599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294686" y="1611525"/>
            <a:ext cx="8269304" cy="1139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1"/>
              </a:lnSpc>
            </a:pPr>
            <a:r>
              <a:rPr lang="en-US" sz="8001">
                <a:solidFill>
                  <a:srgbClr val="5E9BC9"/>
                </a:solidFill>
                <a:latin typeface="Mochiy Pop One"/>
                <a:ea typeface="Mochiy Pop One"/>
                <a:cs typeface="Mochiy Pop One"/>
                <a:sym typeface="Mochiy Pop One"/>
              </a:rPr>
              <a:t>Conclusão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05692" y="3663950"/>
            <a:ext cx="11247293" cy="147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971BF"/>
                </a:solidFill>
                <a:latin typeface="Tazugane Gothic"/>
                <a:ea typeface="Tazugane Gothic"/>
                <a:cs typeface="Tazugane Gothic"/>
                <a:sym typeface="Tazugane Gothic"/>
              </a:rPr>
              <a:t>A conclusão principal é que o Bubble Sort é um algoritmo simples e bom para a introdução à ordenação, mas ineficiente para grandes conjuntos de dados devido a sua complexidade.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805692" y="5782084"/>
            <a:ext cx="11330898" cy="147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971BF"/>
                </a:solidFill>
                <a:latin typeface="Tazugane Gothic"/>
                <a:ea typeface="Tazugane Gothic"/>
                <a:cs typeface="Tazugane Gothic"/>
                <a:sym typeface="Tazugane Gothic"/>
              </a:rPr>
              <a:t>Ele é útil apenas quando se lida com listas pequenas, não se preocupa com o desempenho ou para aprender os fundamentos da ordenação.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5400000">
            <a:off x="16939566" y="2542451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2" y="0"/>
                </a:lnTo>
                <a:lnTo>
                  <a:pt x="1544712" y="1599985"/>
                </a:lnTo>
                <a:lnTo>
                  <a:pt x="0" y="1599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0799999">
            <a:off x="14095667" y="-406663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5"/>
                </a:lnTo>
                <a:lnTo>
                  <a:pt x="0" y="1599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3231075">
            <a:off x="-281491" y="4115121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4"/>
                </a:lnTo>
                <a:lnTo>
                  <a:pt x="0" y="15999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1811827">
            <a:off x="-39841" y="6858323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5"/>
                </a:lnTo>
                <a:lnTo>
                  <a:pt x="0" y="1599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6756733">
            <a:off x="3030549" y="9222153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2" y="0"/>
                </a:lnTo>
                <a:lnTo>
                  <a:pt x="1544712" y="1599984"/>
                </a:lnTo>
                <a:lnTo>
                  <a:pt x="0" y="15999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7901464">
            <a:off x="10524396" y="9310415"/>
            <a:ext cx="1544713" cy="1599985"/>
          </a:xfrm>
          <a:custGeom>
            <a:avLst/>
            <a:gdLst/>
            <a:ahLst/>
            <a:cxnLst/>
            <a:rect r="r" b="b" t="t" l="l"/>
            <a:pathLst>
              <a:path h="1599985" w="1544713">
                <a:moveTo>
                  <a:pt x="0" y="0"/>
                </a:moveTo>
                <a:lnTo>
                  <a:pt x="1544713" y="0"/>
                </a:lnTo>
                <a:lnTo>
                  <a:pt x="1544713" y="1599985"/>
                </a:lnTo>
                <a:lnTo>
                  <a:pt x="0" y="1599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5474666" y="-503856"/>
            <a:ext cx="3037331" cy="3065111"/>
          </a:xfrm>
          <a:custGeom>
            <a:avLst/>
            <a:gdLst/>
            <a:ahLst/>
            <a:cxnLst/>
            <a:rect r="r" b="b" t="t" l="l"/>
            <a:pathLst>
              <a:path h="3065111" w="3037331">
                <a:moveTo>
                  <a:pt x="3037331" y="3065112"/>
                </a:moveTo>
                <a:lnTo>
                  <a:pt x="0" y="3065112"/>
                </a:lnTo>
                <a:lnTo>
                  <a:pt x="0" y="0"/>
                </a:lnTo>
                <a:lnTo>
                  <a:pt x="3037331" y="0"/>
                </a:lnTo>
                <a:lnTo>
                  <a:pt x="3037331" y="30651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89965" y="1600125"/>
            <a:ext cx="2152342" cy="2229357"/>
          </a:xfrm>
          <a:custGeom>
            <a:avLst/>
            <a:gdLst/>
            <a:ahLst/>
            <a:cxnLst/>
            <a:rect r="r" b="b" t="t" l="l"/>
            <a:pathLst>
              <a:path h="2229357" w="2152342">
                <a:moveTo>
                  <a:pt x="0" y="0"/>
                </a:moveTo>
                <a:lnTo>
                  <a:pt x="2152342" y="0"/>
                </a:lnTo>
                <a:lnTo>
                  <a:pt x="2152342" y="2229356"/>
                </a:lnTo>
                <a:lnTo>
                  <a:pt x="0" y="22293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89965" y="7725744"/>
            <a:ext cx="3037331" cy="3065111"/>
          </a:xfrm>
          <a:custGeom>
            <a:avLst/>
            <a:gdLst/>
            <a:ahLst/>
            <a:cxnLst/>
            <a:rect r="r" b="b" t="t" l="l"/>
            <a:pathLst>
              <a:path h="3065111" w="3037331">
                <a:moveTo>
                  <a:pt x="0" y="0"/>
                </a:moveTo>
                <a:lnTo>
                  <a:pt x="3037330" y="0"/>
                </a:lnTo>
                <a:lnTo>
                  <a:pt x="3037330" y="3065112"/>
                </a:lnTo>
                <a:lnTo>
                  <a:pt x="0" y="30651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617973" y="9258300"/>
            <a:ext cx="4518616" cy="4114800"/>
          </a:xfrm>
          <a:custGeom>
            <a:avLst/>
            <a:gdLst/>
            <a:ahLst/>
            <a:cxnLst/>
            <a:rect r="r" b="b" t="t" l="l"/>
            <a:pathLst>
              <a:path h="4114800" w="4518616">
                <a:moveTo>
                  <a:pt x="0" y="0"/>
                </a:moveTo>
                <a:lnTo>
                  <a:pt x="4518617" y="0"/>
                </a:lnTo>
                <a:lnTo>
                  <a:pt x="45186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332493" y="8467370"/>
            <a:ext cx="4660839" cy="790930"/>
          </a:xfrm>
          <a:custGeom>
            <a:avLst/>
            <a:gdLst/>
            <a:ahLst/>
            <a:cxnLst/>
            <a:rect r="r" b="b" t="t" l="l"/>
            <a:pathLst>
              <a:path h="790930" w="4660839">
                <a:moveTo>
                  <a:pt x="0" y="0"/>
                </a:moveTo>
                <a:lnTo>
                  <a:pt x="4660839" y="0"/>
                </a:lnTo>
                <a:lnTo>
                  <a:pt x="4660839" y="790930"/>
                </a:lnTo>
                <a:lnTo>
                  <a:pt x="0" y="7909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76171" y="1028700"/>
            <a:ext cx="4660839" cy="790930"/>
          </a:xfrm>
          <a:custGeom>
            <a:avLst/>
            <a:gdLst/>
            <a:ahLst/>
            <a:cxnLst/>
            <a:rect r="r" b="b" t="t" l="l"/>
            <a:pathLst>
              <a:path h="790930" w="4660839">
                <a:moveTo>
                  <a:pt x="0" y="0"/>
                </a:moveTo>
                <a:lnTo>
                  <a:pt x="4660839" y="0"/>
                </a:lnTo>
                <a:lnTo>
                  <a:pt x="4660839" y="790930"/>
                </a:lnTo>
                <a:lnTo>
                  <a:pt x="0" y="7909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91987">
            <a:off x="4498255" y="506571"/>
            <a:ext cx="9291491" cy="9273857"/>
            <a:chOff x="0" y="0"/>
            <a:chExt cx="12388654" cy="12365143"/>
          </a:xfrm>
        </p:grpSpPr>
        <p:sp>
          <p:nvSpPr>
            <p:cNvPr name="Freeform 9" id="9"/>
            <p:cNvSpPr/>
            <p:nvPr/>
          </p:nvSpPr>
          <p:spPr>
            <a:xfrm flipH="false" flipV="false" rot="-468348">
              <a:off x="694177" y="696172"/>
              <a:ext cx="11000301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1000301">
                  <a:moveTo>
                    <a:pt x="0" y="0"/>
                  </a:moveTo>
                  <a:lnTo>
                    <a:pt x="11000300" y="0"/>
                  </a:lnTo>
                  <a:lnTo>
                    <a:pt x="1100030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-475788">
              <a:off x="3774074" y="4929850"/>
              <a:ext cx="4856274" cy="26186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978"/>
                </a:lnSpc>
              </a:pPr>
              <a:r>
                <a:rPr lang="en-US" sz="13494">
                  <a:solidFill>
                    <a:srgbClr val="5E9BC9"/>
                  </a:solidFill>
                  <a:latin typeface="Mochiy Pop One"/>
                  <a:ea typeface="Mochiy Pop One"/>
                  <a:cs typeface="Mochiy Pop One"/>
                  <a:sym typeface="Mochiy Pop One"/>
                </a:rPr>
                <a:t>Fim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511099" y="6147907"/>
            <a:ext cx="2152342" cy="2229357"/>
          </a:xfrm>
          <a:custGeom>
            <a:avLst/>
            <a:gdLst/>
            <a:ahLst/>
            <a:cxnLst/>
            <a:rect r="r" b="b" t="t" l="l"/>
            <a:pathLst>
              <a:path h="2229357" w="2152342">
                <a:moveTo>
                  <a:pt x="0" y="0"/>
                </a:moveTo>
                <a:lnTo>
                  <a:pt x="2152343" y="0"/>
                </a:lnTo>
                <a:lnTo>
                  <a:pt x="2152343" y="2229357"/>
                </a:lnTo>
                <a:lnTo>
                  <a:pt x="0" y="22293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8100000">
            <a:off x="2648263" y="8788387"/>
            <a:ext cx="2152342" cy="2229357"/>
          </a:xfrm>
          <a:custGeom>
            <a:avLst/>
            <a:gdLst/>
            <a:ahLst/>
            <a:cxnLst/>
            <a:rect r="r" b="b" t="t" l="l"/>
            <a:pathLst>
              <a:path h="2229357" w="2152342">
                <a:moveTo>
                  <a:pt x="0" y="0"/>
                </a:moveTo>
                <a:lnTo>
                  <a:pt x="2152343" y="0"/>
                </a:lnTo>
                <a:lnTo>
                  <a:pt x="2152343" y="2229356"/>
                </a:lnTo>
                <a:lnTo>
                  <a:pt x="0" y="22293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8100000">
            <a:off x="13350275" y="-565509"/>
            <a:ext cx="2152342" cy="2229357"/>
          </a:xfrm>
          <a:custGeom>
            <a:avLst/>
            <a:gdLst/>
            <a:ahLst/>
            <a:cxnLst/>
            <a:rect r="r" b="b" t="t" l="l"/>
            <a:pathLst>
              <a:path h="2229357" w="2152342">
                <a:moveTo>
                  <a:pt x="0" y="0"/>
                </a:moveTo>
                <a:lnTo>
                  <a:pt x="2152342" y="0"/>
                </a:lnTo>
                <a:lnTo>
                  <a:pt x="2152342" y="2229356"/>
                </a:lnTo>
                <a:lnTo>
                  <a:pt x="0" y="22293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DAGy3BQGOpk</dc:identifier>
  <dcterms:modified xsi:type="dcterms:W3CDTF">2011-08-01T06:04:30Z</dcterms:modified>
  <cp:revision>1</cp:revision>
  <dc:title>O time</dc:title>
</cp:coreProperties>
</file>